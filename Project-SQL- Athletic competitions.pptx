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84" r:id="rId6"/>
    <p:sldId id="285" r:id="rId7"/>
    <p:sldId id="286" r:id="rId8"/>
    <p:sldId id="260" r:id="rId9"/>
    <p:sldId id="282" r:id="rId10"/>
    <p:sldId id="283" r:id="rId11"/>
    <p:sldId id="261" r:id="rId12"/>
    <p:sldId id="262" r:id="rId13"/>
    <p:sldId id="263" r:id="rId14"/>
    <p:sldId id="264" r:id="rId15"/>
    <p:sldId id="265" r:id="rId16"/>
    <p:sldId id="266" r:id="rId17"/>
    <p:sldId id="267" r:id="rId18"/>
    <p:sldId id="268" r:id="rId19"/>
    <p:sldId id="269" r:id="rId20"/>
    <p:sldId id="271" r:id="rId21"/>
    <p:sldId id="270" r:id="rId22"/>
    <p:sldId id="272" r:id="rId23"/>
    <p:sldId id="274" r:id="rId24"/>
    <p:sldId id="275" r:id="rId25"/>
    <p:sldId id="276" r:id="rId26"/>
    <p:sldId id="277" r:id="rId27"/>
    <p:sldId id="278" r:id="rId28"/>
    <p:sldId id="279" r:id="rId29"/>
    <p:sldId id="280" r:id="rId30"/>
    <p:sldId id="281" r:id="rId31"/>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4"/>
  </p:normalViewPr>
  <p:slideViewPr>
    <p:cSldViewPr snapToGrid="0">
      <p:cViewPr>
        <p:scale>
          <a:sx n="113" d="100"/>
          <a:sy n="113" d="100"/>
        </p:scale>
        <p:origin x="1064" y="4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F8E188-95C0-A743-8221-85AD7735652D}" type="datetimeFigureOut">
              <a:rPr lang="en-IL" smtClean="0"/>
              <a:t>08/01/2023</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AEE6F7-7FCA-B246-AE16-A3BCFCBE9E08}" type="slidenum">
              <a:rPr lang="en-IL" smtClean="0"/>
              <a:t>‹#›</a:t>
            </a:fld>
            <a:endParaRPr lang="en-IL"/>
          </a:p>
        </p:txBody>
      </p:sp>
    </p:spTree>
    <p:extLst>
      <p:ext uri="{BB962C8B-B14F-4D97-AF65-F5344CB8AC3E}">
        <p14:creationId xmlns:p14="http://schemas.microsoft.com/office/powerpoint/2010/main" val="2185826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78FB-0E89-2042-1033-BD67EDC546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0DFFE893-DA72-6705-4A2C-DF56FC0CC8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FE60B0F5-BA17-39DF-6D33-39AC9530FD9B}"/>
              </a:ext>
            </a:extLst>
          </p:cNvPr>
          <p:cNvSpPr>
            <a:spLocks noGrp="1"/>
          </p:cNvSpPr>
          <p:nvPr>
            <p:ph type="dt" sz="half" idx="10"/>
          </p:nvPr>
        </p:nvSpPr>
        <p:spPr/>
        <p:txBody>
          <a:bodyPr/>
          <a:lstStyle/>
          <a:p>
            <a:fld id="{E192A809-E967-F046-BE82-D1EFF7E56A4A}" type="datetime1">
              <a:rPr lang="en-US" smtClean="0"/>
              <a:t>1/8/23</a:t>
            </a:fld>
            <a:endParaRPr lang="en-IL"/>
          </a:p>
        </p:txBody>
      </p:sp>
      <p:sp>
        <p:nvSpPr>
          <p:cNvPr id="5" name="Footer Placeholder 4">
            <a:extLst>
              <a:ext uri="{FF2B5EF4-FFF2-40B4-BE49-F238E27FC236}">
                <a16:creationId xmlns:a16="http://schemas.microsoft.com/office/drawing/2014/main" id="{1B8A356D-8961-2625-1F31-D8438F46E80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2FA6817-16C5-6266-5C11-01CC0DDB64D0}"/>
              </a:ext>
            </a:extLst>
          </p:cNvPr>
          <p:cNvSpPr>
            <a:spLocks noGrp="1"/>
          </p:cNvSpPr>
          <p:nvPr>
            <p:ph type="sldNum" sz="quarter" idx="12"/>
          </p:nvPr>
        </p:nvSpPr>
        <p:spPr/>
        <p:txBody>
          <a:bodyPr/>
          <a:lstStyle/>
          <a:p>
            <a:fld id="{8BBF3FFD-AC03-094B-B961-9EAA7FA243E8}" type="slidenum">
              <a:rPr lang="en-IL" smtClean="0"/>
              <a:t>‹#›</a:t>
            </a:fld>
            <a:endParaRPr lang="en-IL"/>
          </a:p>
        </p:txBody>
      </p:sp>
    </p:spTree>
    <p:extLst>
      <p:ext uri="{BB962C8B-B14F-4D97-AF65-F5344CB8AC3E}">
        <p14:creationId xmlns:p14="http://schemas.microsoft.com/office/powerpoint/2010/main" val="1464173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B93D-163E-9DC7-2806-6AEF262F746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93721-A156-A9F7-20BC-A2F033D08F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4ADB78F-F4E6-D0F4-907C-7D6E1E49EAD5}"/>
              </a:ext>
            </a:extLst>
          </p:cNvPr>
          <p:cNvSpPr>
            <a:spLocks noGrp="1"/>
          </p:cNvSpPr>
          <p:nvPr>
            <p:ph type="dt" sz="half" idx="10"/>
          </p:nvPr>
        </p:nvSpPr>
        <p:spPr/>
        <p:txBody>
          <a:bodyPr/>
          <a:lstStyle/>
          <a:p>
            <a:fld id="{50350545-CE70-BA49-B26E-13574CCC39E9}" type="datetime1">
              <a:rPr lang="en-US" smtClean="0"/>
              <a:t>1/8/23</a:t>
            </a:fld>
            <a:endParaRPr lang="en-IL"/>
          </a:p>
        </p:txBody>
      </p:sp>
      <p:sp>
        <p:nvSpPr>
          <p:cNvPr id="5" name="Footer Placeholder 4">
            <a:extLst>
              <a:ext uri="{FF2B5EF4-FFF2-40B4-BE49-F238E27FC236}">
                <a16:creationId xmlns:a16="http://schemas.microsoft.com/office/drawing/2014/main" id="{750CA4DA-A9F4-C186-3F0C-8376D84D27D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1DBB7A5-A924-07EB-D0E7-659B792D1781}"/>
              </a:ext>
            </a:extLst>
          </p:cNvPr>
          <p:cNvSpPr>
            <a:spLocks noGrp="1"/>
          </p:cNvSpPr>
          <p:nvPr>
            <p:ph type="sldNum" sz="quarter" idx="12"/>
          </p:nvPr>
        </p:nvSpPr>
        <p:spPr/>
        <p:txBody>
          <a:bodyPr/>
          <a:lstStyle/>
          <a:p>
            <a:fld id="{8BBF3FFD-AC03-094B-B961-9EAA7FA243E8}" type="slidenum">
              <a:rPr lang="en-IL" smtClean="0"/>
              <a:t>‹#›</a:t>
            </a:fld>
            <a:endParaRPr lang="en-IL"/>
          </a:p>
        </p:txBody>
      </p:sp>
    </p:spTree>
    <p:extLst>
      <p:ext uri="{BB962C8B-B14F-4D97-AF65-F5344CB8AC3E}">
        <p14:creationId xmlns:p14="http://schemas.microsoft.com/office/powerpoint/2010/main" val="228774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6020F-317C-6A0B-3460-13BFF638BE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756FC2F2-2572-B1DE-65F6-2166D9006A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5CEE7A-4750-10B1-4BFF-A8378E885C15}"/>
              </a:ext>
            </a:extLst>
          </p:cNvPr>
          <p:cNvSpPr>
            <a:spLocks noGrp="1"/>
          </p:cNvSpPr>
          <p:nvPr>
            <p:ph type="dt" sz="half" idx="10"/>
          </p:nvPr>
        </p:nvSpPr>
        <p:spPr/>
        <p:txBody>
          <a:bodyPr/>
          <a:lstStyle/>
          <a:p>
            <a:fld id="{1B983D19-77BA-B542-BC33-C3DEEEAC1BFB}" type="datetime1">
              <a:rPr lang="en-US" smtClean="0"/>
              <a:t>1/8/23</a:t>
            </a:fld>
            <a:endParaRPr lang="en-IL"/>
          </a:p>
        </p:txBody>
      </p:sp>
      <p:sp>
        <p:nvSpPr>
          <p:cNvPr id="5" name="Footer Placeholder 4">
            <a:extLst>
              <a:ext uri="{FF2B5EF4-FFF2-40B4-BE49-F238E27FC236}">
                <a16:creationId xmlns:a16="http://schemas.microsoft.com/office/drawing/2014/main" id="{D8FF2925-1A2E-276A-30DE-340F09C724C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AE0FC86-FB31-3643-55A8-01384F91AC45}"/>
              </a:ext>
            </a:extLst>
          </p:cNvPr>
          <p:cNvSpPr>
            <a:spLocks noGrp="1"/>
          </p:cNvSpPr>
          <p:nvPr>
            <p:ph type="sldNum" sz="quarter" idx="12"/>
          </p:nvPr>
        </p:nvSpPr>
        <p:spPr/>
        <p:txBody>
          <a:bodyPr/>
          <a:lstStyle/>
          <a:p>
            <a:fld id="{8BBF3FFD-AC03-094B-B961-9EAA7FA243E8}" type="slidenum">
              <a:rPr lang="en-IL" smtClean="0"/>
              <a:t>‹#›</a:t>
            </a:fld>
            <a:endParaRPr lang="en-IL"/>
          </a:p>
        </p:txBody>
      </p:sp>
    </p:spTree>
    <p:extLst>
      <p:ext uri="{BB962C8B-B14F-4D97-AF65-F5344CB8AC3E}">
        <p14:creationId xmlns:p14="http://schemas.microsoft.com/office/powerpoint/2010/main" val="3461370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18B2A-8011-454A-A160-3A3B23D1769D}"/>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B25AC7EA-02D1-FDA2-291A-854C35CC57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45722267-AC4C-FBFF-F8E5-175ED6288E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9C82615C-28B6-18F1-2DE5-0099438EA3B2}"/>
              </a:ext>
            </a:extLst>
          </p:cNvPr>
          <p:cNvSpPr>
            <a:spLocks noGrp="1"/>
          </p:cNvSpPr>
          <p:nvPr>
            <p:ph type="dt" sz="half" idx="10"/>
          </p:nvPr>
        </p:nvSpPr>
        <p:spPr/>
        <p:txBody>
          <a:bodyPr/>
          <a:lstStyle/>
          <a:p>
            <a:fld id="{B8761DE2-E6C2-4F46-AB4E-C285E6181B22}" type="datetime1">
              <a:rPr lang="en-US" smtClean="0"/>
              <a:t>1/8/23</a:t>
            </a:fld>
            <a:endParaRPr lang="en-IL"/>
          </a:p>
        </p:txBody>
      </p:sp>
      <p:sp>
        <p:nvSpPr>
          <p:cNvPr id="6" name="Footer Placeholder 5">
            <a:extLst>
              <a:ext uri="{FF2B5EF4-FFF2-40B4-BE49-F238E27FC236}">
                <a16:creationId xmlns:a16="http://schemas.microsoft.com/office/drawing/2014/main" id="{A4A980BB-0792-24B6-182A-8649CE4FA8DB}"/>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D3DBF3A4-A4C4-EAA6-971F-42C67CC1C53C}"/>
              </a:ext>
            </a:extLst>
          </p:cNvPr>
          <p:cNvSpPr>
            <a:spLocks noGrp="1"/>
          </p:cNvSpPr>
          <p:nvPr>
            <p:ph type="sldNum" sz="quarter" idx="12"/>
          </p:nvPr>
        </p:nvSpPr>
        <p:spPr/>
        <p:txBody>
          <a:bodyPr/>
          <a:lstStyle/>
          <a:p>
            <a:fld id="{8BBF3FFD-AC03-094B-B961-9EAA7FA243E8}" type="slidenum">
              <a:rPr lang="en-IL" smtClean="0"/>
              <a:t>‹#›</a:t>
            </a:fld>
            <a:endParaRPr lang="en-IL"/>
          </a:p>
        </p:txBody>
      </p:sp>
    </p:spTree>
    <p:extLst>
      <p:ext uri="{BB962C8B-B14F-4D97-AF65-F5344CB8AC3E}">
        <p14:creationId xmlns:p14="http://schemas.microsoft.com/office/powerpoint/2010/main" val="1871817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9FADB-6DBB-526C-68DD-8B10ABCAF2B5}"/>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19994715-032F-DE07-FA6E-F1438B72E5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738906-C754-2410-277E-90AF05A3DA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9BB5B66-7DCA-FD06-E398-5A67BA90F5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037163-7131-9EBE-21C7-961C9E206D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D2955FF3-C173-B66E-CE3A-B1100E92FC91}"/>
              </a:ext>
            </a:extLst>
          </p:cNvPr>
          <p:cNvSpPr>
            <a:spLocks noGrp="1"/>
          </p:cNvSpPr>
          <p:nvPr>
            <p:ph type="dt" sz="half" idx="10"/>
          </p:nvPr>
        </p:nvSpPr>
        <p:spPr/>
        <p:txBody>
          <a:bodyPr/>
          <a:lstStyle/>
          <a:p>
            <a:fld id="{0BD5CEC8-50B3-9949-9269-BF9519D743A4}" type="datetime1">
              <a:rPr lang="en-US" smtClean="0"/>
              <a:t>1/8/23</a:t>
            </a:fld>
            <a:endParaRPr lang="en-IL"/>
          </a:p>
        </p:txBody>
      </p:sp>
      <p:sp>
        <p:nvSpPr>
          <p:cNvPr id="8" name="Footer Placeholder 7">
            <a:extLst>
              <a:ext uri="{FF2B5EF4-FFF2-40B4-BE49-F238E27FC236}">
                <a16:creationId xmlns:a16="http://schemas.microsoft.com/office/drawing/2014/main" id="{7EFF67F8-25D5-B53C-DD6A-86D8F4D3CF12}"/>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CC449508-CA2E-5F0E-E7CE-1F13B3DF1065}"/>
              </a:ext>
            </a:extLst>
          </p:cNvPr>
          <p:cNvSpPr>
            <a:spLocks noGrp="1"/>
          </p:cNvSpPr>
          <p:nvPr>
            <p:ph type="sldNum" sz="quarter" idx="12"/>
          </p:nvPr>
        </p:nvSpPr>
        <p:spPr/>
        <p:txBody>
          <a:bodyPr/>
          <a:lstStyle/>
          <a:p>
            <a:fld id="{8BBF3FFD-AC03-094B-B961-9EAA7FA243E8}" type="slidenum">
              <a:rPr lang="en-IL" smtClean="0"/>
              <a:t>‹#›</a:t>
            </a:fld>
            <a:endParaRPr lang="en-IL"/>
          </a:p>
        </p:txBody>
      </p:sp>
    </p:spTree>
    <p:extLst>
      <p:ext uri="{BB962C8B-B14F-4D97-AF65-F5344CB8AC3E}">
        <p14:creationId xmlns:p14="http://schemas.microsoft.com/office/powerpoint/2010/main" val="754509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4EED5-B674-937E-8F2E-976D7199039C}"/>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83732773-0AFF-7753-36AC-4EDAAE6D689C}"/>
              </a:ext>
            </a:extLst>
          </p:cNvPr>
          <p:cNvSpPr>
            <a:spLocks noGrp="1"/>
          </p:cNvSpPr>
          <p:nvPr>
            <p:ph type="dt" sz="half" idx="10"/>
          </p:nvPr>
        </p:nvSpPr>
        <p:spPr/>
        <p:txBody>
          <a:bodyPr/>
          <a:lstStyle/>
          <a:p>
            <a:fld id="{45C0123F-0F9C-994E-AF05-0832A109F1E4}" type="datetime1">
              <a:rPr lang="en-US" smtClean="0"/>
              <a:t>1/8/23</a:t>
            </a:fld>
            <a:endParaRPr lang="en-IL"/>
          </a:p>
        </p:txBody>
      </p:sp>
      <p:sp>
        <p:nvSpPr>
          <p:cNvPr id="4" name="Footer Placeholder 3">
            <a:extLst>
              <a:ext uri="{FF2B5EF4-FFF2-40B4-BE49-F238E27FC236}">
                <a16:creationId xmlns:a16="http://schemas.microsoft.com/office/drawing/2014/main" id="{45939952-C8DA-C22B-F27B-5AC8E9B6BA2B}"/>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5B956082-922D-B287-757E-A36F452C980A}"/>
              </a:ext>
            </a:extLst>
          </p:cNvPr>
          <p:cNvSpPr>
            <a:spLocks noGrp="1"/>
          </p:cNvSpPr>
          <p:nvPr>
            <p:ph type="sldNum" sz="quarter" idx="12"/>
          </p:nvPr>
        </p:nvSpPr>
        <p:spPr/>
        <p:txBody>
          <a:bodyPr/>
          <a:lstStyle/>
          <a:p>
            <a:fld id="{8BBF3FFD-AC03-094B-B961-9EAA7FA243E8}" type="slidenum">
              <a:rPr lang="en-IL" smtClean="0"/>
              <a:t>‹#›</a:t>
            </a:fld>
            <a:endParaRPr lang="en-IL"/>
          </a:p>
        </p:txBody>
      </p:sp>
    </p:spTree>
    <p:extLst>
      <p:ext uri="{BB962C8B-B14F-4D97-AF65-F5344CB8AC3E}">
        <p14:creationId xmlns:p14="http://schemas.microsoft.com/office/powerpoint/2010/main" val="2975922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09171D-1BC1-B5BF-4BDE-CCF77FDFA5C1}"/>
              </a:ext>
            </a:extLst>
          </p:cNvPr>
          <p:cNvSpPr>
            <a:spLocks noGrp="1"/>
          </p:cNvSpPr>
          <p:nvPr>
            <p:ph type="dt" sz="half" idx="10"/>
          </p:nvPr>
        </p:nvSpPr>
        <p:spPr/>
        <p:txBody>
          <a:bodyPr/>
          <a:lstStyle/>
          <a:p>
            <a:fld id="{1756F26E-2C04-064B-87F3-F7E958BA9F8F}" type="datetime1">
              <a:rPr lang="en-US" smtClean="0"/>
              <a:t>1/8/23</a:t>
            </a:fld>
            <a:endParaRPr lang="en-IL"/>
          </a:p>
        </p:txBody>
      </p:sp>
      <p:sp>
        <p:nvSpPr>
          <p:cNvPr id="3" name="Footer Placeholder 2">
            <a:extLst>
              <a:ext uri="{FF2B5EF4-FFF2-40B4-BE49-F238E27FC236}">
                <a16:creationId xmlns:a16="http://schemas.microsoft.com/office/drawing/2014/main" id="{FDCA5EC7-D68E-F7BD-4208-E49EA5904B2F}"/>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E337F7A1-B8EA-FA16-A4FA-8FBD03512F3F}"/>
              </a:ext>
            </a:extLst>
          </p:cNvPr>
          <p:cNvSpPr>
            <a:spLocks noGrp="1"/>
          </p:cNvSpPr>
          <p:nvPr>
            <p:ph type="sldNum" sz="quarter" idx="12"/>
          </p:nvPr>
        </p:nvSpPr>
        <p:spPr/>
        <p:txBody>
          <a:bodyPr/>
          <a:lstStyle/>
          <a:p>
            <a:fld id="{8BBF3FFD-AC03-094B-B961-9EAA7FA243E8}" type="slidenum">
              <a:rPr lang="en-IL" smtClean="0"/>
              <a:t>‹#›</a:t>
            </a:fld>
            <a:endParaRPr lang="en-IL"/>
          </a:p>
        </p:txBody>
      </p:sp>
    </p:spTree>
    <p:extLst>
      <p:ext uri="{BB962C8B-B14F-4D97-AF65-F5344CB8AC3E}">
        <p14:creationId xmlns:p14="http://schemas.microsoft.com/office/powerpoint/2010/main" val="4108410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736DE-9CDF-EF6E-B777-76641C1618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BBBD2CB6-8261-593F-B961-4CBC46E6F7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8417BD1A-CA94-EE2A-89DC-22558999C2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FC9335-62B5-B109-6014-5BBF2637DD3D}"/>
              </a:ext>
            </a:extLst>
          </p:cNvPr>
          <p:cNvSpPr>
            <a:spLocks noGrp="1"/>
          </p:cNvSpPr>
          <p:nvPr>
            <p:ph type="dt" sz="half" idx="10"/>
          </p:nvPr>
        </p:nvSpPr>
        <p:spPr/>
        <p:txBody>
          <a:bodyPr/>
          <a:lstStyle/>
          <a:p>
            <a:fld id="{376A0A70-3EA1-8C44-B982-AE15DAC862D9}" type="datetime1">
              <a:rPr lang="en-US" smtClean="0"/>
              <a:t>1/8/23</a:t>
            </a:fld>
            <a:endParaRPr lang="en-IL"/>
          </a:p>
        </p:txBody>
      </p:sp>
      <p:sp>
        <p:nvSpPr>
          <p:cNvPr id="6" name="Footer Placeholder 5">
            <a:extLst>
              <a:ext uri="{FF2B5EF4-FFF2-40B4-BE49-F238E27FC236}">
                <a16:creationId xmlns:a16="http://schemas.microsoft.com/office/drawing/2014/main" id="{D221D8A8-70BE-B68A-30E7-868096F36FB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E49E10A8-6FBA-9161-9A6C-5BBFBD68CB21}"/>
              </a:ext>
            </a:extLst>
          </p:cNvPr>
          <p:cNvSpPr>
            <a:spLocks noGrp="1"/>
          </p:cNvSpPr>
          <p:nvPr>
            <p:ph type="sldNum" sz="quarter" idx="12"/>
          </p:nvPr>
        </p:nvSpPr>
        <p:spPr/>
        <p:txBody>
          <a:bodyPr/>
          <a:lstStyle/>
          <a:p>
            <a:fld id="{8BBF3FFD-AC03-094B-B961-9EAA7FA243E8}" type="slidenum">
              <a:rPr lang="en-IL" smtClean="0"/>
              <a:t>‹#›</a:t>
            </a:fld>
            <a:endParaRPr lang="en-IL"/>
          </a:p>
        </p:txBody>
      </p:sp>
    </p:spTree>
    <p:extLst>
      <p:ext uri="{BB962C8B-B14F-4D97-AF65-F5344CB8AC3E}">
        <p14:creationId xmlns:p14="http://schemas.microsoft.com/office/powerpoint/2010/main" val="480376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FCC0B-D792-5FEC-8541-46A11D28E1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3B7A55FB-D3BA-AE77-BDD0-E644DD3089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CAEA194B-9C35-8BFA-3B1E-FC8685EED0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DEC4AD-FC50-67B8-E55E-6C3EC4264EED}"/>
              </a:ext>
            </a:extLst>
          </p:cNvPr>
          <p:cNvSpPr>
            <a:spLocks noGrp="1"/>
          </p:cNvSpPr>
          <p:nvPr>
            <p:ph type="dt" sz="half" idx="10"/>
          </p:nvPr>
        </p:nvSpPr>
        <p:spPr/>
        <p:txBody>
          <a:bodyPr/>
          <a:lstStyle/>
          <a:p>
            <a:fld id="{256CE7A7-FCF0-D448-944F-F3C9F322E087}" type="datetime1">
              <a:rPr lang="en-US" smtClean="0"/>
              <a:t>1/8/23</a:t>
            </a:fld>
            <a:endParaRPr lang="en-IL"/>
          </a:p>
        </p:txBody>
      </p:sp>
      <p:sp>
        <p:nvSpPr>
          <p:cNvPr id="6" name="Footer Placeholder 5">
            <a:extLst>
              <a:ext uri="{FF2B5EF4-FFF2-40B4-BE49-F238E27FC236}">
                <a16:creationId xmlns:a16="http://schemas.microsoft.com/office/drawing/2014/main" id="{F9A2FF91-B811-FC3C-99EA-DCC2EE5EB57F}"/>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DFE8474E-95C2-6E6D-A49E-72D7ED46D962}"/>
              </a:ext>
            </a:extLst>
          </p:cNvPr>
          <p:cNvSpPr>
            <a:spLocks noGrp="1"/>
          </p:cNvSpPr>
          <p:nvPr>
            <p:ph type="sldNum" sz="quarter" idx="12"/>
          </p:nvPr>
        </p:nvSpPr>
        <p:spPr/>
        <p:txBody>
          <a:bodyPr/>
          <a:lstStyle/>
          <a:p>
            <a:fld id="{8BBF3FFD-AC03-094B-B961-9EAA7FA243E8}" type="slidenum">
              <a:rPr lang="en-IL" smtClean="0"/>
              <a:t>‹#›</a:t>
            </a:fld>
            <a:endParaRPr lang="en-IL"/>
          </a:p>
        </p:txBody>
      </p:sp>
    </p:spTree>
    <p:extLst>
      <p:ext uri="{BB962C8B-B14F-4D97-AF65-F5344CB8AC3E}">
        <p14:creationId xmlns:p14="http://schemas.microsoft.com/office/powerpoint/2010/main" val="1572678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6F2F1-2AD2-4773-DCD2-BB4F9D9605F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0EFDB7AB-ABFE-8240-C3D1-9B4FC14981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8FC40C6-3D10-ED3A-90F6-E497B13F91C8}"/>
              </a:ext>
            </a:extLst>
          </p:cNvPr>
          <p:cNvSpPr>
            <a:spLocks noGrp="1"/>
          </p:cNvSpPr>
          <p:nvPr>
            <p:ph type="dt" sz="half" idx="10"/>
          </p:nvPr>
        </p:nvSpPr>
        <p:spPr/>
        <p:txBody>
          <a:bodyPr/>
          <a:lstStyle/>
          <a:p>
            <a:fld id="{3106CD3E-D902-304F-9D22-611AA97158F9}" type="datetime1">
              <a:rPr lang="en-US" smtClean="0"/>
              <a:t>1/8/23</a:t>
            </a:fld>
            <a:endParaRPr lang="en-IL"/>
          </a:p>
        </p:txBody>
      </p:sp>
      <p:sp>
        <p:nvSpPr>
          <p:cNvPr id="5" name="Footer Placeholder 4">
            <a:extLst>
              <a:ext uri="{FF2B5EF4-FFF2-40B4-BE49-F238E27FC236}">
                <a16:creationId xmlns:a16="http://schemas.microsoft.com/office/drawing/2014/main" id="{5F1CBE32-4D15-BD97-3619-7C0511EA56D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B4ABD99-F4A8-1BFA-B947-76F0634F99CF}"/>
              </a:ext>
            </a:extLst>
          </p:cNvPr>
          <p:cNvSpPr>
            <a:spLocks noGrp="1"/>
          </p:cNvSpPr>
          <p:nvPr>
            <p:ph type="sldNum" sz="quarter" idx="12"/>
          </p:nvPr>
        </p:nvSpPr>
        <p:spPr/>
        <p:txBody>
          <a:bodyPr/>
          <a:lstStyle/>
          <a:p>
            <a:fld id="{8BBF3FFD-AC03-094B-B961-9EAA7FA243E8}" type="slidenum">
              <a:rPr lang="en-IL" smtClean="0"/>
              <a:t>‹#›</a:t>
            </a:fld>
            <a:endParaRPr lang="en-IL"/>
          </a:p>
        </p:txBody>
      </p:sp>
    </p:spTree>
    <p:extLst>
      <p:ext uri="{BB962C8B-B14F-4D97-AF65-F5344CB8AC3E}">
        <p14:creationId xmlns:p14="http://schemas.microsoft.com/office/powerpoint/2010/main" val="1875873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8EE9C0-BF49-022D-B3CA-D5C8A0FB12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E5542623-3A69-43DF-2E0F-97212C6A02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B1B4C77-EBE7-44B1-3D62-54B4FA749E5B}"/>
              </a:ext>
            </a:extLst>
          </p:cNvPr>
          <p:cNvSpPr>
            <a:spLocks noGrp="1"/>
          </p:cNvSpPr>
          <p:nvPr>
            <p:ph type="dt" sz="half" idx="10"/>
          </p:nvPr>
        </p:nvSpPr>
        <p:spPr/>
        <p:txBody>
          <a:bodyPr/>
          <a:lstStyle/>
          <a:p>
            <a:fld id="{2E5EBDE4-6B3A-9B41-8351-E755FD9A7881}" type="datetime1">
              <a:rPr lang="en-US" smtClean="0"/>
              <a:t>1/8/23</a:t>
            </a:fld>
            <a:endParaRPr lang="en-IL"/>
          </a:p>
        </p:txBody>
      </p:sp>
      <p:sp>
        <p:nvSpPr>
          <p:cNvPr id="5" name="Footer Placeholder 4">
            <a:extLst>
              <a:ext uri="{FF2B5EF4-FFF2-40B4-BE49-F238E27FC236}">
                <a16:creationId xmlns:a16="http://schemas.microsoft.com/office/drawing/2014/main" id="{68A1DF7E-214B-6DF9-7536-B17284AE1F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F01E9550-A5FF-008D-F6A3-5A219A5DD566}"/>
              </a:ext>
            </a:extLst>
          </p:cNvPr>
          <p:cNvSpPr>
            <a:spLocks noGrp="1"/>
          </p:cNvSpPr>
          <p:nvPr>
            <p:ph type="sldNum" sz="quarter" idx="12"/>
          </p:nvPr>
        </p:nvSpPr>
        <p:spPr/>
        <p:txBody>
          <a:bodyPr/>
          <a:lstStyle/>
          <a:p>
            <a:fld id="{8BBF3FFD-AC03-094B-B961-9EAA7FA243E8}" type="slidenum">
              <a:rPr lang="en-IL" smtClean="0"/>
              <a:t>‹#›</a:t>
            </a:fld>
            <a:endParaRPr lang="en-IL"/>
          </a:p>
        </p:txBody>
      </p:sp>
    </p:spTree>
    <p:extLst>
      <p:ext uri="{BB962C8B-B14F-4D97-AF65-F5344CB8AC3E}">
        <p14:creationId xmlns:p14="http://schemas.microsoft.com/office/powerpoint/2010/main" val="2926299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brightnessContrast bright="-77000"/>
                    </a14:imgEffect>
                  </a14:imgLayer>
                </a14:imgProps>
              </a:ext>
            </a:extLst>
          </a:blip>
          <a:srcRect/>
          <a:stretch>
            <a:fillRect t="-6000" b="-6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284E79-9460-8DA0-E066-D529BE8221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BBB3124A-2971-68FD-458B-0AC4AB4787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CA8985A1-8B64-F20F-3BDB-D4BEE36BFD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2B90E1-A84D-1B42-B983-1CFEAABC2F1D}" type="datetime1">
              <a:rPr lang="en-US" smtClean="0"/>
              <a:t>1/8/23</a:t>
            </a:fld>
            <a:endParaRPr lang="en-IL"/>
          </a:p>
        </p:txBody>
      </p:sp>
      <p:sp>
        <p:nvSpPr>
          <p:cNvPr id="5" name="Footer Placeholder 4">
            <a:extLst>
              <a:ext uri="{FF2B5EF4-FFF2-40B4-BE49-F238E27FC236}">
                <a16:creationId xmlns:a16="http://schemas.microsoft.com/office/drawing/2014/main" id="{8E275F9D-8238-B1C8-0B12-57A5FC01DF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021B4A58-1FE1-941A-FDA6-0F44CC2BCD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BF3FFD-AC03-094B-B961-9EAA7FA243E8}" type="slidenum">
              <a:rPr lang="en-IL" smtClean="0"/>
              <a:t>‹#›</a:t>
            </a:fld>
            <a:endParaRPr lang="en-IL"/>
          </a:p>
        </p:txBody>
      </p:sp>
    </p:spTree>
    <p:extLst>
      <p:ext uri="{BB962C8B-B14F-4D97-AF65-F5344CB8AC3E}">
        <p14:creationId xmlns:p14="http://schemas.microsoft.com/office/powerpoint/2010/main" val="2973949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5052B54-5C78-B8FD-5DD3-7AA489CEF054}"/>
              </a:ext>
            </a:extLst>
          </p:cNvPr>
          <p:cNvSpPr>
            <a:spLocks noGrp="1"/>
          </p:cNvSpPr>
          <p:nvPr>
            <p:ph type="ctrTitle"/>
          </p:nvPr>
        </p:nvSpPr>
        <p:spPr>
          <a:xfrm>
            <a:off x="6928021" y="499076"/>
            <a:ext cx="5263979" cy="1510183"/>
          </a:xfrm>
          <a:noFill/>
        </p:spPr>
        <p:txBody>
          <a:bodyPr/>
          <a:lstStyle/>
          <a:p>
            <a:pPr algn="ctr" defTabSz="914400" rtl="1" eaLnBrk="1" latinLnBrk="0" hangingPunct="1">
              <a:lnSpc>
                <a:spcPct val="90000"/>
              </a:lnSpc>
              <a:spcBef>
                <a:spcPct val="0"/>
              </a:spcBef>
              <a:buNone/>
            </a:pPr>
            <a:r>
              <a:rPr lang="he-IL" dirty="0">
                <a:solidFill>
                  <a:srgbClr val="FFC000"/>
                </a:solidFill>
              </a:rPr>
              <a:t>פרויקט גמר </a:t>
            </a:r>
            <a:r>
              <a:rPr lang="en-US" dirty="0">
                <a:solidFill>
                  <a:srgbClr val="FFC000"/>
                </a:solidFill>
              </a:rPr>
              <a:t>SQL</a:t>
            </a:r>
            <a:endParaRPr lang="en-IL" dirty="0">
              <a:solidFill>
                <a:srgbClr val="FFC000"/>
              </a:solidFill>
            </a:endParaRPr>
          </a:p>
        </p:txBody>
      </p:sp>
      <p:sp>
        <p:nvSpPr>
          <p:cNvPr id="19" name="TextBox 18">
            <a:extLst>
              <a:ext uri="{FF2B5EF4-FFF2-40B4-BE49-F238E27FC236}">
                <a16:creationId xmlns:a16="http://schemas.microsoft.com/office/drawing/2014/main" id="{42C004DD-0C9F-9DD8-5EB2-1B19E86D973A}"/>
              </a:ext>
            </a:extLst>
          </p:cNvPr>
          <p:cNvSpPr txBox="1"/>
          <p:nvPr/>
        </p:nvSpPr>
        <p:spPr>
          <a:xfrm>
            <a:off x="5708821" y="2657434"/>
            <a:ext cx="6104238" cy="369332"/>
          </a:xfrm>
          <a:prstGeom prst="rect">
            <a:avLst/>
          </a:prstGeom>
          <a:noFill/>
        </p:spPr>
        <p:txBody>
          <a:bodyPr wrap="square">
            <a:spAutoFit/>
          </a:bodyPr>
          <a:lstStyle/>
          <a:p>
            <a:pPr marL="0" algn="r" defTabSz="914400" rtl="1" eaLnBrk="1" latinLnBrk="0" hangingPunct="1"/>
            <a:r>
              <a:rPr lang="he-IL" dirty="0">
                <a:solidFill>
                  <a:srgbClr val="FFC000"/>
                </a:solidFill>
              </a:rPr>
              <a:t>נושא: </a:t>
            </a:r>
            <a:r>
              <a:rPr lang="he-IL" dirty="0">
                <a:solidFill>
                  <a:schemeClr val="bg1"/>
                </a:solidFill>
              </a:rPr>
              <a:t>מערכת לניהול תחרויות אתלטיקה בין בתי ספר</a:t>
            </a:r>
            <a:endParaRPr lang="en-IL" dirty="0">
              <a:solidFill>
                <a:schemeClr val="bg1"/>
              </a:solidFill>
            </a:endParaRPr>
          </a:p>
        </p:txBody>
      </p:sp>
      <p:sp>
        <p:nvSpPr>
          <p:cNvPr id="20" name="TextBox 19">
            <a:extLst>
              <a:ext uri="{FF2B5EF4-FFF2-40B4-BE49-F238E27FC236}">
                <a16:creationId xmlns:a16="http://schemas.microsoft.com/office/drawing/2014/main" id="{A32D083A-0E69-A6C4-D4DB-291BEECDA875}"/>
              </a:ext>
            </a:extLst>
          </p:cNvPr>
          <p:cNvSpPr txBox="1"/>
          <p:nvPr/>
        </p:nvSpPr>
        <p:spPr>
          <a:xfrm>
            <a:off x="5708821" y="3558015"/>
            <a:ext cx="6104238" cy="2240934"/>
          </a:xfrm>
          <a:prstGeom prst="rect">
            <a:avLst/>
          </a:prstGeom>
          <a:noFill/>
        </p:spPr>
        <p:txBody>
          <a:bodyPr wrap="square">
            <a:spAutoFit/>
          </a:bodyPr>
          <a:lstStyle/>
          <a:p>
            <a:pPr marL="0" algn="r" defTabSz="914400" rtl="1" eaLnBrk="1" latinLnBrk="0" hangingPunct="1"/>
            <a:r>
              <a:rPr lang="he-IL" dirty="0">
                <a:solidFill>
                  <a:srgbClr val="FFC000"/>
                </a:solidFill>
              </a:rPr>
              <a:t>מגישים:</a:t>
            </a:r>
          </a:p>
          <a:p>
            <a:pPr marL="0" algn="r" defTabSz="914400" rtl="1" eaLnBrk="1" latinLnBrk="0" hangingPunct="1"/>
            <a:endParaRPr lang="he-IL" dirty="0">
              <a:solidFill>
                <a:schemeClr val="bg1"/>
              </a:solidFill>
            </a:endParaRPr>
          </a:p>
          <a:p>
            <a:pPr marL="0" algn="r" defTabSz="914400" rtl="1" eaLnBrk="1" latinLnBrk="0" hangingPunct="1"/>
            <a:r>
              <a:rPr lang="he-IL" dirty="0">
                <a:solidFill>
                  <a:schemeClr val="bg1"/>
                </a:solidFill>
              </a:rPr>
              <a:t>סרגיי </a:t>
            </a:r>
            <a:r>
              <a:rPr lang="he-IL" dirty="0" err="1">
                <a:solidFill>
                  <a:schemeClr val="bg1"/>
                </a:solidFill>
              </a:rPr>
              <a:t>גולדובסקי</a:t>
            </a:r>
            <a:r>
              <a:rPr lang="he-IL" dirty="0">
                <a:solidFill>
                  <a:schemeClr val="bg1"/>
                </a:solidFill>
              </a:rPr>
              <a:t> 322102005</a:t>
            </a:r>
          </a:p>
          <a:p>
            <a:pPr marL="0" algn="r" defTabSz="914400" rtl="1" eaLnBrk="1" latinLnBrk="0" hangingPunct="1"/>
            <a:endParaRPr lang="he-IL" dirty="0">
              <a:solidFill>
                <a:schemeClr val="bg1"/>
              </a:solidFill>
            </a:endParaRPr>
          </a:p>
          <a:p>
            <a:pPr algn="r" rtl="1">
              <a:spcAft>
                <a:spcPts val="800"/>
              </a:spcAft>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אופק גרוסמן- 316137942  </a:t>
            </a:r>
          </a:p>
          <a:p>
            <a:pPr algn="r" rtl="1">
              <a:spcAft>
                <a:spcPts val="800"/>
              </a:spcAft>
            </a:pPr>
            <a:endParaRPr lang="he-IL" dirty="0">
              <a:solidFill>
                <a:schemeClr val="bg1"/>
              </a:solidFill>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דיוויד בורנשטיין- 328800974</a:t>
            </a:r>
            <a:endParaRPr lang="en-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33986C4D-339F-30C6-A322-AA7932B6725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Lst>
          </a:blip>
          <a:stretch>
            <a:fillRect/>
          </a:stretch>
        </p:blipFill>
        <p:spPr>
          <a:xfrm>
            <a:off x="622442" y="3343426"/>
            <a:ext cx="3041821" cy="2455523"/>
          </a:xfrm>
          <a:prstGeom prst="rect">
            <a:avLst/>
          </a:prstGeom>
        </p:spPr>
      </p:pic>
      <p:sp>
        <p:nvSpPr>
          <p:cNvPr id="2" name="Slide Number Placeholder 1">
            <a:extLst>
              <a:ext uri="{FF2B5EF4-FFF2-40B4-BE49-F238E27FC236}">
                <a16:creationId xmlns:a16="http://schemas.microsoft.com/office/drawing/2014/main" id="{CA15E26C-E61A-E810-B52C-AC1BFA587976}"/>
              </a:ext>
            </a:extLst>
          </p:cNvPr>
          <p:cNvSpPr>
            <a:spLocks noGrp="1"/>
          </p:cNvSpPr>
          <p:nvPr>
            <p:ph type="sldNum" sz="quarter" idx="12"/>
          </p:nvPr>
        </p:nvSpPr>
        <p:spPr/>
        <p:txBody>
          <a:bodyPr/>
          <a:lstStyle/>
          <a:p>
            <a:fld id="{8BBF3FFD-AC03-094B-B961-9EAA7FA243E8}" type="slidenum">
              <a:rPr lang="en-IL" smtClean="0">
                <a:solidFill>
                  <a:srgbClr val="FFC000"/>
                </a:solidFill>
              </a:rPr>
              <a:t>1</a:t>
            </a:fld>
            <a:endParaRPr lang="en-IL">
              <a:solidFill>
                <a:srgbClr val="FFC000"/>
              </a:solidFill>
            </a:endParaRPr>
          </a:p>
        </p:txBody>
      </p:sp>
    </p:spTree>
    <p:extLst>
      <p:ext uri="{BB962C8B-B14F-4D97-AF65-F5344CB8AC3E}">
        <p14:creationId xmlns:p14="http://schemas.microsoft.com/office/powerpoint/2010/main" val="2428279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25C23-5C19-5EB5-C7C6-A328070BB84C}"/>
              </a:ext>
            </a:extLst>
          </p:cNvPr>
          <p:cNvSpPr>
            <a:spLocks noGrp="1"/>
          </p:cNvSpPr>
          <p:nvPr>
            <p:ph type="title"/>
          </p:nvPr>
        </p:nvSpPr>
        <p:spPr/>
        <p:txBody>
          <a:bodyPr/>
          <a:lstStyle/>
          <a:p>
            <a:pPr algn="r"/>
            <a:br>
              <a:rPr lang="en-US" dirty="0"/>
            </a:br>
            <a:r>
              <a:rPr lang="he-IL" dirty="0">
                <a:solidFill>
                  <a:schemeClr val="bg1"/>
                </a:solidFill>
              </a:rPr>
              <a:t>תיאור המערכת:</a:t>
            </a:r>
            <a:endParaRPr lang="en-IL" dirty="0"/>
          </a:p>
        </p:txBody>
      </p:sp>
      <p:sp>
        <p:nvSpPr>
          <p:cNvPr id="3" name="Content Placeholder 2">
            <a:extLst>
              <a:ext uri="{FF2B5EF4-FFF2-40B4-BE49-F238E27FC236}">
                <a16:creationId xmlns:a16="http://schemas.microsoft.com/office/drawing/2014/main" id="{5F6A710D-C032-ADA2-F947-0883126C93A0}"/>
              </a:ext>
            </a:extLst>
          </p:cNvPr>
          <p:cNvSpPr>
            <a:spLocks noGrp="1"/>
          </p:cNvSpPr>
          <p:nvPr>
            <p:ph idx="1"/>
          </p:nvPr>
        </p:nvSpPr>
        <p:spPr/>
        <p:txBody>
          <a:bodyPr>
            <a:normAutofit/>
          </a:bodyPr>
          <a:lstStyle/>
          <a:p>
            <a:pPr marL="0" indent="0" algn="r" defTabSz="914400" rtl="1" eaLnBrk="1" latinLnBrk="0" hangingPunct="1">
              <a:lnSpc>
                <a:spcPct val="90000"/>
              </a:lnSpc>
              <a:spcBef>
                <a:spcPts val="1000"/>
              </a:spcBef>
              <a:buNone/>
            </a:pPr>
            <a:r>
              <a:rPr lang="he-IL" sz="1400" dirty="0">
                <a:solidFill>
                  <a:schemeClr val="bg1"/>
                </a:solidFill>
              </a:rPr>
              <a:t>התאחדות הספורט לבתי הספר בישראל מעוניינת ליצור מערכת אשר תיתן לה את היכולת לשמור </a:t>
            </a:r>
          </a:p>
          <a:p>
            <a:pPr marL="0" indent="0" algn="r" defTabSz="914400" rtl="1" eaLnBrk="1" latinLnBrk="0" hangingPunct="1">
              <a:lnSpc>
                <a:spcPct val="90000"/>
              </a:lnSpc>
              <a:spcBef>
                <a:spcPts val="1000"/>
              </a:spcBef>
              <a:buNone/>
            </a:pPr>
            <a:r>
              <a:rPr lang="he-IL" sz="1400" dirty="0">
                <a:solidFill>
                  <a:schemeClr val="bg1"/>
                </a:solidFill>
              </a:rPr>
              <a:t>את המידע הנחוץ לניהול תחרויות האתלטיקה בישראל.</a:t>
            </a:r>
          </a:p>
          <a:p>
            <a:pPr marL="0" indent="0" algn="r" defTabSz="914400" rtl="1" eaLnBrk="1" latinLnBrk="0" hangingPunct="1">
              <a:lnSpc>
                <a:spcPct val="90000"/>
              </a:lnSpc>
              <a:spcBef>
                <a:spcPts val="1000"/>
              </a:spcBef>
              <a:buNone/>
            </a:pPr>
            <a:endParaRPr lang="he-IL" sz="1400" dirty="0">
              <a:solidFill>
                <a:schemeClr val="bg1"/>
              </a:solidFill>
            </a:endParaRPr>
          </a:p>
          <a:p>
            <a:pPr marL="0" indent="0" algn="r" defTabSz="914400" rtl="1" eaLnBrk="1" latinLnBrk="0" hangingPunct="1">
              <a:lnSpc>
                <a:spcPct val="90000"/>
              </a:lnSpc>
              <a:spcBef>
                <a:spcPts val="1000"/>
              </a:spcBef>
              <a:buNone/>
            </a:pPr>
            <a:r>
              <a:rPr lang="he-IL" sz="1400" dirty="0">
                <a:solidFill>
                  <a:srgbClr val="FFC000"/>
                </a:solidFill>
              </a:rPr>
              <a:t>המערכת תאחסן את הנתונים הבאים</a:t>
            </a:r>
            <a:r>
              <a:rPr lang="he-IL" sz="1400" dirty="0">
                <a:solidFill>
                  <a:schemeClr val="bg1"/>
                </a:solidFill>
              </a:rPr>
              <a:t>:</a:t>
            </a:r>
          </a:p>
          <a:p>
            <a:pPr algn="r" defTabSz="914400" rtl="1" eaLnBrk="1" latinLnBrk="0" hangingPunct="1">
              <a:lnSpc>
                <a:spcPct val="90000"/>
              </a:lnSpc>
              <a:spcBef>
                <a:spcPts val="1000"/>
              </a:spcBef>
              <a:buFont typeface="Wingdings" pitchFamily="2" charset="2"/>
              <a:buChar char="v"/>
            </a:pPr>
            <a:r>
              <a:rPr lang="he-IL" sz="1400" dirty="0">
                <a:solidFill>
                  <a:schemeClr val="bg1"/>
                </a:solidFill>
              </a:rPr>
              <a:t>מידע על כל תחרות</a:t>
            </a:r>
          </a:p>
          <a:p>
            <a:pPr algn="r" defTabSz="914400" rtl="1" eaLnBrk="1" latinLnBrk="0" hangingPunct="1">
              <a:lnSpc>
                <a:spcPct val="90000"/>
              </a:lnSpc>
              <a:spcBef>
                <a:spcPts val="1000"/>
              </a:spcBef>
              <a:buFont typeface="Wingdings" pitchFamily="2" charset="2"/>
              <a:buChar char="v"/>
            </a:pPr>
            <a:r>
              <a:rPr lang="he-IL" sz="1400" dirty="0">
                <a:solidFill>
                  <a:schemeClr val="bg1"/>
                </a:solidFill>
              </a:rPr>
              <a:t>מידע על כל מקצה בתחרות</a:t>
            </a:r>
          </a:p>
          <a:p>
            <a:pPr algn="r" defTabSz="914400" rtl="1" eaLnBrk="1" latinLnBrk="0" hangingPunct="1">
              <a:lnSpc>
                <a:spcPct val="90000"/>
              </a:lnSpc>
              <a:spcBef>
                <a:spcPts val="1000"/>
              </a:spcBef>
              <a:buFont typeface="Wingdings" pitchFamily="2" charset="2"/>
              <a:buChar char="v"/>
            </a:pPr>
            <a:r>
              <a:rPr lang="he-IL" sz="1400" dirty="0">
                <a:solidFill>
                  <a:schemeClr val="bg1"/>
                </a:solidFill>
              </a:rPr>
              <a:t>אצטדיונים מארחים</a:t>
            </a:r>
          </a:p>
          <a:p>
            <a:pPr algn="r" defTabSz="914400" rtl="1" eaLnBrk="1" latinLnBrk="0" hangingPunct="1">
              <a:lnSpc>
                <a:spcPct val="90000"/>
              </a:lnSpc>
              <a:spcBef>
                <a:spcPts val="1000"/>
              </a:spcBef>
              <a:buFont typeface="Wingdings" pitchFamily="2" charset="2"/>
              <a:buChar char="v"/>
            </a:pPr>
            <a:r>
              <a:rPr lang="he-IL" sz="1400" dirty="0">
                <a:solidFill>
                  <a:schemeClr val="bg1"/>
                </a:solidFill>
              </a:rPr>
              <a:t>בתי ספר משתתפים</a:t>
            </a:r>
          </a:p>
          <a:p>
            <a:pPr algn="r" defTabSz="914400" rtl="1" eaLnBrk="1" latinLnBrk="0" hangingPunct="1">
              <a:lnSpc>
                <a:spcPct val="90000"/>
              </a:lnSpc>
              <a:spcBef>
                <a:spcPts val="1000"/>
              </a:spcBef>
              <a:buFont typeface="Wingdings" pitchFamily="2" charset="2"/>
              <a:buChar char="v"/>
            </a:pPr>
            <a:r>
              <a:rPr lang="he-IL" sz="1400" dirty="0">
                <a:solidFill>
                  <a:schemeClr val="bg1"/>
                </a:solidFill>
              </a:rPr>
              <a:t>אתלטים המשתתפים בתחרויות</a:t>
            </a:r>
          </a:p>
          <a:p>
            <a:pPr algn="r" defTabSz="914400" rtl="1" eaLnBrk="1" latinLnBrk="0" hangingPunct="1">
              <a:lnSpc>
                <a:spcPct val="90000"/>
              </a:lnSpc>
              <a:spcBef>
                <a:spcPts val="1000"/>
              </a:spcBef>
              <a:buFont typeface="Wingdings" pitchFamily="2" charset="2"/>
              <a:buChar char="v"/>
            </a:pPr>
            <a:r>
              <a:rPr lang="he-IL" sz="1400" dirty="0">
                <a:solidFill>
                  <a:schemeClr val="bg1"/>
                </a:solidFill>
              </a:rPr>
              <a:t>עובדים המעורבים בתחרויות.</a:t>
            </a:r>
          </a:p>
          <a:p>
            <a:pPr algn="r" defTabSz="914400" rtl="1" eaLnBrk="1" latinLnBrk="0" hangingPunct="1">
              <a:lnSpc>
                <a:spcPct val="90000"/>
              </a:lnSpc>
              <a:spcBef>
                <a:spcPts val="1000"/>
              </a:spcBef>
              <a:buFont typeface="Wingdings" pitchFamily="2" charset="2"/>
              <a:buChar char="v"/>
            </a:pPr>
            <a:endParaRPr lang="he-IL" sz="1400" dirty="0">
              <a:solidFill>
                <a:schemeClr val="bg1"/>
              </a:solidFill>
            </a:endParaRPr>
          </a:p>
        </p:txBody>
      </p:sp>
      <p:sp>
        <p:nvSpPr>
          <p:cNvPr id="4" name="Slide Number Placeholder 3">
            <a:extLst>
              <a:ext uri="{FF2B5EF4-FFF2-40B4-BE49-F238E27FC236}">
                <a16:creationId xmlns:a16="http://schemas.microsoft.com/office/drawing/2014/main" id="{D9C064DE-0EA0-33D1-C244-55F0C4A08725}"/>
              </a:ext>
            </a:extLst>
          </p:cNvPr>
          <p:cNvSpPr>
            <a:spLocks noGrp="1"/>
          </p:cNvSpPr>
          <p:nvPr>
            <p:ph type="sldNum" sz="quarter" idx="12"/>
          </p:nvPr>
        </p:nvSpPr>
        <p:spPr/>
        <p:txBody>
          <a:bodyPr/>
          <a:lstStyle/>
          <a:p>
            <a:fld id="{8BBF3FFD-AC03-094B-B961-9EAA7FA243E8}" type="slidenum">
              <a:rPr lang="en-IL" smtClean="0">
                <a:solidFill>
                  <a:srgbClr val="FFC000"/>
                </a:solidFill>
              </a:rPr>
              <a:t>2</a:t>
            </a:fld>
            <a:endParaRPr lang="en-IL">
              <a:solidFill>
                <a:srgbClr val="FFC000"/>
              </a:solidFill>
            </a:endParaRPr>
          </a:p>
        </p:txBody>
      </p:sp>
    </p:spTree>
    <p:extLst>
      <p:ext uri="{BB962C8B-B14F-4D97-AF65-F5344CB8AC3E}">
        <p14:creationId xmlns:p14="http://schemas.microsoft.com/office/powerpoint/2010/main" val="2719391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AA86C-8AC5-16E2-B8D2-0C3AFDDDD629}"/>
              </a:ext>
            </a:extLst>
          </p:cNvPr>
          <p:cNvSpPr>
            <a:spLocks noGrp="1"/>
          </p:cNvSpPr>
          <p:nvPr>
            <p:ph type="title"/>
          </p:nvPr>
        </p:nvSpPr>
        <p:spPr/>
        <p:txBody>
          <a:bodyPr/>
          <a:lstStyle/>
          <a:p>
            <a:pPr algn="r" defTabSz="914400" rtl="1" eaLnBrk="1" latinLnBrk="0" hangingPunct="1">
              <a:lnSpc>
                <a:spcPct val="90000"/>
              </a:lnSpc>
              <a:spcBef>
                <a:spcPct val="0"/>
              </a:spcBef>
              <a:buNone/>
            </a:pPr>
            <a:r>
              <a:rPr lang="he-IL" dirty="0">
                <a:solidFill>
                  <a:schemeClr val="bg1"/>
                </a:solidFill>
              </a:rPr>
              <a:t>יעדי ודרישות הפרויקט:</a:t>
            </a:r>
            <a:endParaRPr lang="en-IL" dirty="0">
              <a:solidFill>
                <a:schemeClr val="bg1"/>
              </a:solidFill>
            </a:endParaRPr>
          </a:p>
        </p:txBody>
      </p:sp>
      <p:sp>
        <p:nvSpPr>
          <p:cNvPr id="3" name="Content Placeholder 2">
            <a:extLst>
              <a:ext uri="{FF2B5EF4-FFF2-40B4-BE49-F238E27FC236}">
                <a16:creationId xmlns:a16="http://schemas.microsoft.com/office/drawing/2014/main" id="{A2E68CD0-2E4E-F2C5-7B74-7B90C17C37FF}"/>
              </a:ext>
            </a:extLst>
          </p:cNvPr>
          <p:cNvSpPr>
            <a:spLocks noGrp="1"/>
          </p:cNvSpPr>
          <p:nvPr>
            <p:ph idx="1"/>
          </p:nvPr>
        </p:nvSpPr>
        <p:spPr/>
        <p:txBody>
          <a:bodyPr>
            <a:normAutofit/>
          </a:bodyPr>
          <a:lstStyle/>
          <a:p>
            <a:pPr algn="r" rtl="1">
              <a:lnSpc>
                <a:spcPct val="107000"/>
              </a:lnSpc>
              <a:spcAft>
                <a:spcPts val="800"/>
              </a:spcAft>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יעדי הפרויקט הם להיות מסוגלים לנהל תחרות אתלטיקה בין בתי ספר בצורה מסודרת ומבלי שיהיו חסרים מרכיבים אשר חיוניים להתנהלות תקינה של האירוע. כמו כן המטרה שהיא שכל בעלי העניין בתחרויות אלו יוכלו לגשת לנתונים לגבי תחרויות עבר להסקת מסקנות וגם לגשת למידע חיוני לתכנון תחרויות עתידיות.</a:t>
            </a:r>
            <a:endParaRPr lang="en-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אתלט יוכל לגשת לנתונים לגבי התחרויות הקודמות בהן השתתף וגם תאריכי תחרויות עתיד.</a:t>
            </a:r>
            <a:endParaRPr lang="en-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מנהלי ומורי הספורט בבתי הספר יוכלו לקבל מידע לגבי תחרויות עתידיות זמינות ויוכלו להכין את התלמידים שלהם מראש לקראת תחרויות עתיד. כמו כן הם יוכלו לעקוב אחרי תוצאות של התלמידים על מנת להשתפר ולראות מי המתחרים שלהם בבית הספר האחרים.</a:t>
            </a:r>
            <a:endParaRPr lang="en-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עובדי התאחדות הספורט לבתי ספר בישראל יוכלו לגשת למידע שימושי לגבי אצטדיונים, מחוזות ,תחרויות עבר ,בתי ספר, תחרויות- על מנת לדעת איך לתכנן את התחרות הבאה בצורה הטובה ביותר ושלא יחסר שום מרכיב השימושי להתנהלות תקינה של התחרות.</a:t>
            </a:r>
            <a:endParaRPr lang="en-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endParaRPr lang="en-IL" sz="1400" dirty="0">
              <a:solidFill>
                <a:schemeClr val="bg1"/>
              </a:solidFill>
            </a:endParaRPr>
          </a:p>
        </p:txBody>
      </p:sp>
      <p:sp>
        <p:nvSpPr>
          <p:cNvPr id="4" name="Slide Number Placeholder 3">
            <a:extLst>
              <a:ext uri="{FF2B5EF4-FFF2-40B4-BE49-F238E27FC236}">
                <a16:creationId xmlns:a16="http://schemas.microsoft.com/office/drawing/2014/main" id="{DFE0156E-3F23-BCC5-EFD2-C2A1F20D4F48}"/>
              </a:ext>
            </a:extLst>
          </p:cNvPr>
          <p:cNvSpPr>
            <a:spLocks noGrp="1"/>
          </p:cNvSpPr>
          <p:nvPr>
            <p:ph type="sldNum" sz="quarter" idx="12"/>
          </p:nvPr>
        </p:nvSpPr>
        <p:spPr/>
        <p:txBody>
          <a:bodyPr/>
          <a:lstStyle/>
          <a:p>
            <a:fld id="{8BBF3FFD-AC03-094B-B961-9EAA7FA243E8}" type="slidenum">
              <a:rPr lang="en-IL" smtClean="0">
                <a:solidFill>
                  <a:srgbClr val="FFC000"/>
                </a:solidFill>
              </a:rPr>
              <a:t>3</a:t>
            </a:fld>
            <a:endParaRPr lang="en-IL">
              <a:solidFill>
                <a:srgbClr val="FFC000"/>
              </a:solidFill>
            </a:endParaRPr>
          </a:p>
        </p:txBody>
      </p:sp>
    </p:spTree>
    <p:extLst>
      <p:ext uri="{BB962C8B-B14F-4D97-AF65-F5344CB8AC3E}">
        <p14:creationId xmlns:p14="http://schemas.microsoft.com/office/powerpoint/2010/main" val="1269302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95BC5-38FC-29F2-FED4-6EF58A32768C}"/>
              </a:ext>
            </a:extLst>
          </p:cNvPr>
          <p:cNvSpPr>
            <a:spLocks noGrp="1"/>
          </p:cNvSpPr>
          <p:nvPr>
            <p:ph type="title"/>
          </p:nvPr>
        </p:nvSpPr>
        <p:spPr/>
        <p:txBody>
          <a:bodyPr/>
          <a:lstStyle/>
          <a:p>
            <a:pPr algn="r"/>
            <a:r>
              <a:rPr lang="he-IL" dirty="0">
                <a:solidFill>
                  <a:schemeClr val="bg1"/>
                </a:solidFill>
              </a:rPr>
              <a:t>משתמשי המערכת:</a:t>
            </a:r>
            <a:endParaRPr lang="en-IL" dirty="0">
              <a:solidFill>
                <a:schemeClr val="bg1"/>
              </a:solidFill>
            </a:endParaRPr>
          </a:p>
        </p:txBody>
      </p:sp>
      <p:sp>
        <p:nvSpPr>
          <p:cNvPr id="3" name="Content Placeholder 2">
            <a:extLst>
              <a:ext uri="{FF2B5EF4-FFF2-40B4-BE49-F238E27FC236}">
                <a16:creationId xmlns:a16="http://schemas.microsoft.com/office/drawing/2014/main" id="{423EBE3E-C668-A68B-9C07-75135AC30EE7}"/>
              </a:ext>
            </a:extLst>
          </p:cNvPr>
          <p:cNvSpPr>
            <a:spLocks noGrp="1"/>
          </p:cNvSpPr>
          <p:nvPr>
            <p:ph idx="1"/>
          </p:nvPr>
        </p:nvSpPr>
        <p:spPr>
          <a:xfrm>
            <a:off x="838200" y="1690688"/>
            <a:ext cx="10515600" cy="4351338"/>
          </a:xfrm>
        </p:spPr>
        <p:txBody>
          <a:bodyPr>
            <a:normAutofit/>
          </a:bodyPr>
          <a:lstStyle/>
          <a:p>
            <a:pPr algn="r" rtl="1">
              <a:buFont typeface="Wingdings" pitchFamily="2" charset="2"/>
              <a:buChar char="v"/>
            </a:pPr>
            <a:r>
              <a:rPr lang="he-IL" sz="1400" dirty="0">
                <a:solidFill>
                  <a:srgbClr val="FFC000"/>
                </a:solidFill>
                <a:latin typeface="Calibri" panose="020F0502020204030204" pitchFamily="34" charset="0"/>
                <a:ea typeface="Calibri" panose="020F0502020204030204" pitchFamily="34" charset="0"/>
                <a:cs typeface="Arial" panose="020B0604020202020204" pitchFamily="34" charset="0"/>
              </a:rPr>
              <a:t>תלמידים-</a:t>
            </a:r>
            <a:r>
              <a:rPr lang="he-IL" sz="1400" dirty="0">
                <a:solidFill>
                  <a:schemeClr val="bg1"/>
                </a:solidFill>
                <a:latin typeface="Calibri" panose="020F0502020204030204" pitchFamily="34" charset="0"/>
                <a:ea typeface="Calibri" panose="020F0502020204030204" pitchFamily="34" charset="0"/>
                <a:cs typeface="Arial" panose="020B0604020202020204" pitchFamily="34" charset="0"/>
              </a:rPr>
              <a:t> יוכלו לגשת לתוצאות של תחרויות עבר ותאריכי תחרויות עתיד. כמו כן יוכלו לנהל מעקב אחרי התוצאות שלהם.</a:t>
            </a:r>
          </a:p>
          <a:p>
            <a:pPr marL="0" indent="0" algn="r" rtl="1">
              <a:buNone/>
            </a:pPr>
            <a:r>
              <a:rPr lang="he-IL" sz="1400" dirty="0">
                <a:solidFill>
                  <a:schemeClr val="bg1"/>
                </a:solidFill>
                <a:latin typeface="Calibri" panose="020F0502020204030204" pitchFamily="34" charset="0"/>
                <a:ea typeface="Calibri" panose="020F0502020204030204" pitchFamily="34" charset="0"/>
                <a:cs typeface="Arial" panose="020B0604020202020204" pitchFamily="34" charset="0"/>
              </a:rPr>
              <a:t>    </a:t>
            </a:r>
          </a:p>
          <a:p>
            <a:pPr algn="r" rtl="1">
              <a:buFont typeface="Wingdings" pitchFamily="2" charset="2"/>
              <a:buChar char="v"/>
            </a:pPr>
            <a:r>
              <a:rPr lang="he-IL" sz="1400" dirty="0">
                <a:solidFill>
                  <a:srgbClr val="FFC000"/>
                </a:solidFill>
                <a:effectLst/>
                <a:latin typeface="Calibri" panose="020F0502020204030204" pitchFamily="34" charset="0"/>
                <a:ea typeface="Calibri" panose="020F0502020204030204" pitchFamily="34" charset="0"/>
                <a:cs typeface="Arial" panose="020B0604020202020204" pitchFamily="34" charset="0"/>
              </a:rPr>
              <a:t>מאמני ספורט- </a:t>
            </a:r>
            <a:r>
              <a:rPr lang="he-IL" sz="14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יוכלו לקבל מידע על תוצאות של תחרויות עבר ותאריכי תחרויות עתיד וגם יוכלו לרשום את האתלטים מהבית ספר שבו הם</a:t>
            </a:r>
          </a:p>
          <a:p>
            <a:pPr marL="0" indent="0" algn="r" rtl="1">
              <a:buNone/>
            </a:pPr>
            <a:r>
              <a:rPr lang="he-IL" sz="1400" dirty="0">
                <a:solidFill>
                  <a:schemeClr val="bg1"/>
                </a:solidFill>
                <a:latin typeface="Calibri" panose="020F0502020204030204" pitchFamily="34" charset="0"/>
                <a:ea typeface="Calibri" panose="020F0502020204030204" pitchFamily="34" charset="0"/>
                <a:cs typeface="Arial" panose="020B0604020202020204" pitchFamily="34" charset="0"/>
              </a:rPr>
              <a:t>מלמדים לתחרויות עתיד או להסירם במידת הצורך. יוכלו לקבל נתונים סטטיסטיים לגבי תוצאות על מנת לשפר את תלמידיהם.</a:t>
            </a:r>
          </a:p>
          <a:p>
            <a:pPr marL="0" indent="0" algn="r" rtl="1">
              <a:buNone/>
            </a:pPr>
            <a:r>
              <a:rPr lang="he-IL" sz="1400" dirty="0">
                <a:solidFill>
                  <a:schemeClr val="bg1"/>
                </a:solidFill>
                <a:effectLst/>
                <a:latin typeface="Calibri" panose="020F0502020204030204" pitchFamily="34" charset="0"/>
                <a:ea typeface="Calibri" panose="020F0502020204030204" pitchFamily="34" charset="0"/>
                <a:cs typeface="Arial" panose="020B0604020202020204" pitchFamily="34" charset="0"/>
              </a:rPr>
              <a:t> </a:t>
            </a:r>
          </a:p>
          <a:p>
            <a:pPr algn="r" rtl="1">
              <a:buFont typeface="Wingdings" pitchFamily="2" charset="2"/>
              <a:buChar char="v"/>
            </a:pPr>
            <a:r>
              <a:rPr lang="he-IL" sz="1400" dirty="0">
                <a:solidFill>
                  <a:srgbClr val="FFC000"/>
                </a:solidFill>
                <a:effectLst/>
                <a:latin typeface="Calibri" panose="020F0502020204030204" pitchFamily="34" charset="0"/>
                <a:ea typeface="Calibri" panose="020F0502020204030204" pitchFamily="34" charset="0"/>
                <a:cs typeface="Arial" panose="020B0604020202020204" pitchFamily="34" charset="0"/>
              </a:rPr>
              <a:t>עובדי התאחדות הספורט לבתי ספר בישראל- </a:t>
            </a:r>
            <a:r>
              <a:rPr lang="he-IL" sz="1400" dirty="0">
                <a:solidFill>
                  <a:schemeClr val="bg1"/>
                </a:solidFill>
                <a:latin typeface="Calibri" panose="020F0502020204030204" pitchFamily="34" charset="0"/>
                <a:ea typeface="Calibri" panose="020F0502020204030204" pitchFamily="34" charset="0"/>
                <a:cs typeface="Arial" panose="020B0604020202020204" pitchFamily="34" charset="0"/>
              </a:rPr>
              <a:t>יוכלו לקבל את כל המידע ההכרחי לגבי כלל הספורטאים, בתי הספר, תוצאות וכמה נרשמים לכל תחרות על מנת להיערך לתחרויות ולנהל את כלל האירועים החל מאצטדיון בו תהיה התחרות ועד הספורטאי המתחרה.</a:t>
            </a:r>
            <a:endParaRPr lang="he-IL" sz="1400" dirty="0">
              <a:solidFill>
                <a:schemeClr val="bg1"/>
              </a:solidFill>
              <a:latin typeface="Calibri" panose="020F0502020204030204" pitchFamily="34" charset="0"/>
              <a:ea typeface="Calibri" panose="020F0502020204030204" pitchFamily="34" charset="0"/>
            </a:endParaRPr>
          </a:p>
          <a:p>
            <a:pPr marL="0" indent="0" algn="r" rtl="1">
              <a:buNone/>
            </a:pPr>
            <a:r>
              <a:rPr lang="he-IL" sz="1400" dirty="0">
                <a:solidFill>
                  <a:schemeClr val="bg1"/>
                </a:solidFill>
                <a:effectLst/>
                <a:latin typeface="Calibri" panose="020F0502020204030204" pitchFamily="34" charset="0"/>
                <a:ea typeface="Calibri" panose="020F0502020204030204" pitchFamily="34" charset="0"/>
                <a:cs typeface="Arial" panose="020B0604020202020204" pitchFamily="34" charset="0"/>
              </a:rPr>
              <a:t>    </a:t>
            </a:r>
          </a:p>
          <a:p>
            <a:pPr algn="r" rtl="1">
              <a:lnSpc>
                <a:spcPct val="107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a:t>
            </a:r>
            <a:endParaRPr lang="en-IL" sz="14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endParaRPr lang="en-IL" sz="1400" dirty="0">
              <a:solidFill>
                <a:schemeClr val="bg1"/>
              </a:solidFill>
            </a:endParaRPr>
          </a:p>
        </p:txBody>
      </p:sp>
      <p:sp>
        <p:nvSpPr>
          <p:cNvPr id="4" name="Slide Number Placeholder 3">
            <a:extLst>
              <a:ext uri="{FF2B5EF4-FFF2-40B4-BE49-F238E27FC236}">
                <a16:creationId xmlns:a16="http://schemas.microsoft.com/office/drawing/2014/main" id="{D3D8AA5C-8D5F-7326-FFAB-D4C6EE964021}"/>
              </a:ext>
            </a:extLst>
          </p:cNvPr>
          <p:cNvSpPr>
            <a:spLocks noGrp="1"/>
          </p:cNvSpPr>
          <p:nvPr>
            <p:ph type="sldNum" sz="quarter" idx="12"/>
          </p:nvPr>
        </p:nvSpPr>
        <p:spPr/>
        <p:txBody>
          <a:bodyPr/>
          <a:lstStyle/>
          <a:p>
            <a:fld id="{8BBF3FFD-AC03-094B-B961-9EAA7FA243E8}" type="slidenum">
              <a:rPr lang="en-IL" smtClean="0">
                <a:solidFill>
                  <a:srgbClr val="FFC000"/>
                </a:solidFill>
              </a:rPr>
              <a:t>4</a:t>
            </a:fld>
            <a:endParaRPr lang="en-IL">
              <a:solidFill>
                <a:srgbClr val="FFC000"/>
              </a:solidFill>
            </a:endParaRPr>
          </a:p>
        </p:txBody>
      </p:sp>
    </p:spTree>
    <p:extLst>
      <p:ext uri="{BB962C8B-B14F-4D97-AF65-F5344CB8AC3E}">
        <p14:creationId xmlns:p14="http://schemas.microsoft.com/office/powerpoint/2010/main" val="3364492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05343-986D-5531-B446-62B9BB622001}"/>
              </a:ext>
            </a:extLst>
          </p:cNvPr>
          <p:cNvSpPr>
            <a:spLocks noGrp="1"/>
          </p:cNvSpPr>
          <p:nvPr>
            <p:ph type="title"/>
          </p:nvPr>
        </p:nvSpPr>
        <p:spPr/>
        <p:txBody>
          <a:bodyPr/>
          <a:lstStyle/>
          <a:p>
            <a:pPr algn="ctr" defTabSz="914400" rtl="1" eaLnBrk="1" latinLnBrk="0" hangingPunct="1">
              <a:lnSpc>
                <a:spcPct val="90000"/>
              </a:lnSpc>
              <a:spcBef>
                <a:spcPct val="0"/>
              </a:spcBef>
              <a:buNone/>
            </a:pPr>
            <a:r>
              <a:rPr lang="en-US" dirty="0"/>
              <a:t>A</a:t>
            </a:r>
            <a:r>
              <a:rPr lang="he-IL" dirty="0">
                <a:solidFill>
                  <a:schemeClr val="bg1"/>
                </a:solidFill>
              </a:rPr>
              <a:t>שמירת נתונים במערכת</a:t>
            </a:r>
            <a:endParaRPr lang="en-IL" dirty="0"/>
          </a:p>
        </p:txBody>
      </p:sp>
      <p:sp>
        <p:nvSpPr>
          <p:cNvPr id="3" name="Content Placeholder 2">
            <a:extLst>
              <a:ext uri="{FF2B5EF4-FFF2-40B4-BE49-F238E27FC236}">
                <a16:creationId xmlns:a16="http://schemas.microsoft.com/office/drawing/2014/main" id="{EB614200-F612-A747-20D4-168C3BAB6F47}"/>
              </a:ext>
            </a:extLst>
          </p:cNvPr>
          <p:cNvSpPr>
            <a:spLocks noGrp="1"/>
          </p:cNvSpPr>
          <p:nvPr>
            <p:ph idx="1"/>
          </p:nvPr>
        </p:nvSpPr>
        <p:spPr>
          <a:xfrm>
            <a:off x="7586132" y="1825625"/>
            <a:ext cx="3767667" cy="4351338"/>
          </a:xfrm>
        </p:spPr>
        <p:txBody>
          <a:bodyPr/>
          <a:lstStyle/>
          <a:p>
            <a:pPr marL="0" indent="0" algn="r" defTabSz="914400" rtl="1" eaLnBrk="1" latinLnBrk="0" hangingPunct="1">
              <a:lnSpc>
                <a:spcPct val="90000"/>
              </a:lnSpc>
              <a:spcBef>
                <a:spcPts val="1000"/>
              </a:spcBef>
              <a:buNone/>
            </a:pPr>
            <a:r>
              <a:rPr lang="he-IL" sz="2000" dirty="0">
                <a:solidFill>
                  <a:srgbClr val="FFC000"/>
                </a:solidFill>
              </a:rPr>
              <a:t>אתלט:</a:t>
            </a:r>
          </a:p>
          <a:p>
            <a:pPr algn="r" defTabSz="914400" rtl="1" eaLnBrk="1" latinLnBrk="0" hangingPunct="1">
              <a:lnSpc>
                <a:spcPct val="90000"/>
              </a:lnSpc>
              <a:spcBef>
                <a:spcPts val="1000"/>
              </a:spcBef>
              <a:buFont typeface="Wingdings" pitchFamily="2" charset="2"/>
              <a:buChar char="v"/>
            </a:pPr>
            <a:r>
              <a:rPr lang="he-IL" sz="1600" dirty="0">
                <a:solidFill>
                  <a:schemeClr val="bg1"/>
                </a:solidFill>
              </a:rPr>
              <a:t>תעודת זהות</a:t>
            </a:r>
          </a:p>
          <a:p>
            <a:pPr algn="r" defTabSz="914400" rtl="1" eaLnBrk="1" latinLnBrk="0" hangingPunct="1">
              <a:lnSpc>
                <a:spcPct val="90000"/>
              </a:lnSpc>
              <a:spcBef>
                <a:spcPts val="1000"/>
              </a:spcBef>
              <a:buFont typeface="Wingdings" pitchFamily="2" charset="2"/>
              <a:buChar char="v"/>
            </a:pPr>
            <a:r>
              <a:rPr lang="he-IL" sz="1600" dirty="0">
                <a:solidFill>
                  <a:schemeClr val="bg1"/>
                </a:solidFill>
              </a:rPr>
              <a:t>שם (שם פרטי, שם משפחה)</a:t>
            </a:r>
          </a:p>
          <a:p>
            <a:pPr algn="r" defTabSz="914400" rtl="1" eaLnBrk="1" latinLnBrk="0" hangingPunct="1">
              <a:lnSpc>
                <a:spcPct val="90000"/>
              </a:lnSpc>
              <a:spcBef>
                <a:spcPts val="1000"/>
              </a:spcBef>
              <a:buFont typeface="Wingdings" pitchFamily="2" charset="2"/>
              <a:buChar char="v"/>
            </a:pPr>
            <a:r>
              <a:rPr lang="he-IL" sz="1600" dirty="0">
                <a:solidFill>
                  <a:schemeClr val="bg1"/>
                </a:solidFill>
              </a:rPr>
              <a:t>תאריך לידה</a:t>
            </a:r>
          </a:p>
          <a:p>
            <a:pPr algn="r" defTabSz="914400" rtl="1" eaLnBrk="1" latinLnBrk="0" hangingPunct="1">
              <a:lnSpc>
                <a:spcPct val="90000"/>
              </a:lnSpc>
              <a:spcBef>
                <a:spcPts val="1000"/>
              </a:spcBef>
              <a:buFont typeface="Wingdings" pitchFamily="2" charset="2"/>
              <a:buChar char="v"/>
            </a:pPr>
            <a:r>
              <a:rPr lang="he-IL" sz="1600" dirty="0">
                <a:solidFill>
                  <a:schemeClr val="bg1"/>
                </a:solidFill>
              </a:rPr>
              <a:t>סוגי ספורט בהם משתתף</a:t>
            </a:r>
          </a:p>
          <a:p>
            <a:pPr algn="r" defTabSz="914400" rtl="1" eaLnBrk="1" latinLnBrk="0" hangingPunct="1">
              <a:lnSpc>
                <a:spcPct val="90000"/>
              </a:lnSpc>
              <a:spcBef>
                <a:spcPts val="1000"/>
              </a:spcBef>
              <a:buFont typeface="Wingdings" pitchFamily="2" charset="2"/>
              <a:buChar char="v"/>
            </a:pPr>
            <a:r>
              <a:rPr lang="he-IL" sz="1600" dirty="0">
                <a:solidFill>
                  <a:schemeClr val="bg1"/>
                </a:solidFill>
              </a:rPr>
              <a:t>מספר חירום ליצירת קשר</a:t>
            </a:r>
          </a:p>
          <a:p>
            <a:pPr algn="r" defTabSz="914400" rtl="1" eaLnBrk="1" latinLnBrk="0" hangingPunct="1">
              <a:lnSpc>
                <a:spcPct val="90000"/>
              </a:lnSpc>
              <a:spcBef>
                <a:spcPts val="1000"/>
              </a:spcBef>
              <a:buFont typeface="Wingdings" pitchFamily="2" charset="2"/>
              <a:buChar char="v"/>
            </a:pPr>
            <a:endParaRPr lang="he-IL" sz="1600" dirty="0">
              <a:solidFill>
                <a:schemeClr val="bg1"/>
              </a:solidFill>
            </a:endParaRPr>
          </a:p>
          <a:p>
            <a:pPr marL="0" indent="0" algn="r" defTabSz="914400" rtl="1" eaLnBrk="1" latinLnBrk="0" hangingPunct="1">
              <a:lnSpc>
                <a:spcPct val="90000"/>
              </a:lnSpc>
              <a:spcBef>
                <a:spcPts val="1000"/>
              </a:spcBef>
              <a:buNone/>
            </a:pPr>
            <a:endParaRPr lang="he-IL" dirty="0">
              <a:solidFill>
                <a:schemeClr val="bg1"/>
              </a:solidFill>
            </a:endParaRPr>
          </a:p>
          <a:p>
            <a:pPr marL="0" indent="0" algn="r" defTabSz="914400" rtl="1" eaLnBrk="1" latinLnBrk="0" hangingPunct="1">
              <a:lnSpc>
                <a:spcPct val="90000"/>
              </a:lnSpc>
              <a:spcBef>
                <a:spcPts val="1000"/>
              </a:spcBef>
              <a:buNone/>
            </a:pPr>
            <a:endParaRPr lang="en-IL" sz="1400" dirty="0">
              <a:solidFill>
                <a:schemeClr val="bg1"/>
              </a:solidFill>
            </a:endParaRPr>
          </a:p>
        </p:txBody>
      </p:sp>
      <p:sp>
        <p:nvSpPr>
          <p:cNvPr id="4" name="Content Placeholder 2">
            <a:extLst>
              <a:ext uri="{FF2B5EF4-FFF2-40B4-BE49-F238E27FC236}">
                <a16:creationId xmlns:a16="http://schemas.microsoft.com/office/drawing/2014/main" id="{7422ACDB-5C6D-BA0C-60DF-3EC81ED503D0}"/>
              </a:ext>
            </a:extLst>
          </p:cNvPr>
          <p:cNvSpPr txBox="1">
            <a:spLocks/>
          </p:cNvSpPr>
          <p:nvPr/>
        </p:nvSpPr>
        <p:spPr>
          <a:xfrm>
            <a:off x="637821" y="1825625"/>
            <a:ext cx="376766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rtl="1">
              <a:buFont typeface="Arial" panose="020B0604020202020204" pitchFamily="34" charset="0"/>
              <a:buNone/>
            </a:pPr>
            <a:r>
              <a:rPr lang="he-IL" sz="2000" dirty="0">
                <a:solidFill>
                  <a:srgbClr val="FFC000"/>
                </a:solidFill>
              </a:rPr>
              <a:t>בית ספר:</a:t>
            </a:r>
          </a:p>
          <a:p>
            <a:pPr algn="r" rtl="1">
              <a:buFont typeface="Wingdings" pitchFamily="2" charset="2"/>
              <a:buChar char="v"/>
            </a:pPr>
            <a:r>
              <a:rPr lang="he-IL" sz="1600" dirty="0">
                <a:solidFill>
                  <a:schemeClr val="bg1"/>
                </a:solidFill>
              </a:rPr>
              <a:t>מזהה בית הספר</a:t>
            </a:r>
          </a:p>
          <a:p>
            <a:pPr algn="r" rtl="1">
              <a:buFont typeface="Wingdings" pitchFamily="2" charset="2"/>
              <a:buChar char="v"/>
            </a:pPr>
            <a:r>
              <a:rPr lang="he-IL" sz="1600" dirty="0">
                <a:solidFill>
                  <a:schemeClr val="bg1"/>
                </a:solidFill>
              </a:rPr>
              <a:t>שם בית הספר</a:t>
            </a:r>
          </a:p>
          <a:p>
            <a:pPr algn="r" rtl="1">
              <a:buFont typeface="Wingdings" pitchFamily="2" charset="2"/>
              <a:buChar char="v"/>
            </a:pPr>
            <a:r>
              <a:rPr lang="he-IL" sz="1600" dirty="0">
                <a:solidFill>
                  <a:schemeClr val="bg1"/>
                </a:solidFill>
              </a:rPr>
              <a:t>כתובת</a:t>
            </a:r>
          </a:p>
          <a:p>
            <a:pPr algn="r" rtl="1">
              <a:buFont typeface="Wingdings" pitchFamily="2" charset="2"/>
              <a:buChar char="v"/>
            </a:pPr>
            <a:r>
              <a:rPr lang="he-IL" sz="1600" dirty="0">
                <a:solidFill>
                  <a:schemeClr val="bg1"/>
                </a:solidFill>
              </a:rPr>
              <a:t>מחוז</a:t>
            </a:r>
          </a:p>
          <a:p>
            <a:pPr algn="r" rtl="1">
              <a:buFont typeface="Wingdings" pitchFamily="2" charset="2"/>
              <a:buChar char="v"/>
            </a:pPr>
            <a:r>
              <a:rPr lang="he-IL" sz="1600" dirty="0">
                <a:solidFill>
                  <a:schemeClr val="bg1"/>
                </a:solidFill>
              </a:rPr>
              <a:t>מאמן בית הספר</a:t>
            </a:r>
          </a:p>
          <a:p>
            <a:pPr algn="r" rtl="1">
              <a:buFont typeface="Wingdings" pitchFamily="2" charset="2"/>
              <a:buChar char="v"/>
            </a:pPr>
            <a:r>
              <a:rPr lang="he-IL" sz="1600" dirty="0">
                <a:solidFill>
                  <a:schemeClr val="bg1"/>
                </a:solidFill>
              </a:rPr>
              <a:t>מנהל בית הספר</a:t>
            </a:r>
          </a:p>
          <a:p>
            <a:pPr algn="r" rtl="1">
              <a:buFont typeface="Wingdings" pitchFamily="2" charset="2"/>
              <a:buChar char="v"/>
            </a:pPr>
            <a:endParaRPr lang="he-IL" sz="1600" dirty="0">
              <a:solidFill>
                <a:schemeClr val="bg1"/>
              </a:solidFill>
            </a:endParaRPr>
          </a:p>
          <a:p>
            <a:pPr marL="0" indent="0" algn="r" rtl="1">
              <a:buFont typeface="Arial" panose="020B0604020202020204" pitchFamily="34" charset="0"/>
              <a:buNone/>
            </a:pPr>
            <a:endParaRPr lang="he-IL" dirty="0">
              <a:solidFill>
                <a:schemeClr val="bg1"/>
              </a:solidFill>
            </a:endParaRPr>
          </a:p>
          <a:p>
            <a:pPr marL="0" indent="0" algn="r" rtl="1">
              <a:buFont typeface="Arial" panose="020B0604020202020204" pitchFamily="34" charset="0"/>
              <a:buNone/>
            </a:pPr>
            <a:endParaRPr lang="en-IL" sz="1400" dirty="0">
              <a:solidFill>
                <a:schemeClr val="bg1"/>
              </a:solidFill>
            </a:endParaRPr>
          </a:p>
        </p:txBody>
      </p:sp>
      <p:sp>
        <p:nvSpPr>
          <p:cNvPr id="5" name="Slide Number Placeholder 4">
            <a:extLst>
              <a:ext uri="{FF2B5EF4-FFF2-40B4-BE49-F238E27FC236}">
                <a16:creationId xmlns:a16="http://schemas.microsoft.com/office/drawing/2014/main" id="{F4F2C160-C0B6-5E17-CA4F-42CC4E03E95C}"/>
              </a:ext>
            </a:extLst>
          </p:cNvPr>
          <p:cNvSpPr>
            <a:spLocks noGrp="1"/>
          </p:cNvSpPr>
          <p:nvPr>
            <p:ph type="sldNum" sz="quarter" idx="12"/>
          </p:nvPr>
        </p:nvSpPr>
        <p:spPr/>
        <p:txBody>
          <a:bodyPr/>
          <a:lstStyle/>
          <a:p>
            <a:fld id="{8BBF3FFD-AC03-094B-B961-9EAA7FA243E8}" type="slidenum">
              <a:rPr lang="en-IL" smtClean="0">
                <a:solidFill>
                  <a:srgbClr val="FFC000"/>
                </a:solidFill>
              </a:rPr>
              <a:t>5</a:t>
            </a:fld>
            <a:endParaRPr lang="en-IL">
              <a:solidFill>
                <a:srgbClr val="FFC000"/>
              </a:solidFill>
            </a:endParaRPr>
          </a:p>
        </p:txBody>
      </p:sp>
    </p:spTree>
    <p:extLst>
      <p:ext uri="{BB962C8B-B14F-4D97-AF65-F5344CB8AC3E}">
        <p14:creationId xmlns:p14="http://schemas.microsoft.com/office/powerpoint/2010/main" val="3812448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05343-986D-5531-B446-62B9BB622001}"/>
              </a:ext>
            </a:extLst>
          </p:cNvPr>
          <p:cNvSpPr>
            <a:spLocks noGrp="1"/>
          </p:cNvSpPr>
          <p:nvPr>
            <p:ph type="title"/>
          </p:nvPr>
        </p:nvSpPr>
        <p:spPr/>
        <p:txBody>
          <a:bodyPr/>
          <a:lstStyle/>
          <a:p>
            <a:pPr algn="ctr" defTabSz="914400" rtl="1" eaLnBrk="1" latinLnBrk="0" hangingPunct="1">
              <a:lnSpc>
                <a:spcPct val="90000"/>
              </a:lnSpc>
              <a:spcBef>
                <a:spcPct val="0"/>
              </a:spcBef>
              <a:buNone/>
            </a:pPr>
            <a:r>
              <a:rPr lang="en-US" dirty="0"/>
              <a:t>A</a:t>
            </a:r>
            <a:r>
              <a:rPr lang="he-IL" dirty="0">
                <a:solidFill>
                  <a:schemeClr val="bg1"/>
                </a:solidFill>
              </a:rPr>
              <a:t>שמירת נתונים במערכת</a:t>
            </a:r>
            <a:endParaRPr lang="en-IL" dirty="0"/>
          </a:p>
        </p:txBody>
      </p:sp>
      <p:sp>
        <p:nvSpPr>
          <p:cNvPr id="3" name="Content Placeholder 2">
            <a:extLst>
              <a:ext uri="{FF2B5EF4-FFF2-40B4-BE49-F238E27FC236}">
                <a16:creationId xmlns:a16="http://schemas.microsoft.com/office/drawing/2014/main" id="{EB614200-F612-A747-20D4-168C3BAB6F47}"/>
              </a:ext>
            </a:extLst>
          </p:cNvPr>
          <p:cNvSpPr>
            <a:spLocks noGrp="1"/>
          </p:cNvSpPr>
          <p:nvPr>
            <p:ph idx="1"/>
          </p:nvPr>
        </p:nvSpPr>
        <p:spPr>
          <a:xfrm>
            <a:off x="7586132" y="1825625"/>
            <a:ext cx="3767667" cy="4351338"/>
          </a:xfrm>
        </p:spPr>
        <p:txBody>
          <a:bodyPr/>
          <a:lstStyle/>
          <a:p>
            <a:pPr marL="0" indent="0" algn="r" defTabSz="914400" rtl="1" eaLnBrk="1" latinLnBrk="0" hangingPunct="1">
              <a:lnSpc>
                <a:spcPct val="90000"/>
              </a:lnSpc>
              <a:spcBef>
                <a:spcPts val="1000"/>
              </a:spcBef>
              <a:buNone/>
            </a:pPr>
            <a:r>
              <a:rPr lang="he-IL" sz="2000" dirty="0">
                <a:solidFill>
                  <a:srgbClr val="FFC000"/>
                </a:solidFill>
              </a:rPr>
              <a:t>אצטדיון מארח:</a:t>
            </a:r>
          </a:p>
          <a:p>
            <a:pPr algn="r" defTabSz="914400" rtl="1" eaLnBrk="1" latinLnBrk="0" hangingPunct="1">
              <a:lnSpc>
                <a:spcPct val="90000"/>
              </a:lnSpc>
              <a:spcBef>
                <a:spcPts val="1000"/>
              </a:spcBef>
              <a:buFont typeface="Wingdings" pitchFamily="2" charset="2"/>
              <a:buChar char="v"/>
            </a:pPr>
            <a:r>
              <a:rPr lang="he-IL" sz="1600" dirty="0">
                <a:solidFill>
                  <a:schemeClr val="bg1"/>
                </a:solidFill>
              </a:rPr>
              <a:t>מספר מזהה</a:t>
            </a:r>
          </a:p>
          <a:p>
            <a:pPr algn="r" defTabSz="914400" rtl="1" eaLnBrk="1" latinLnBrk="0" hangingPunct="1">
              <a:lnSpc>
                <a:spcPct val="90000"/>
              </a:lnSpc>
              <a:spcBef>
                <a:spcPts val="1000"/>
              </a:spcBef>
              <a:buFont typeface="Wingdings" pitchFamily="2" charset="2"/>
              <a:buChar char="v"/>
            </a:pPr>
            <a:r>
              <a:rPr lang="he-IL" sz="1600" dirty="0">
                <a:solidFill>
                  <a:schemeClr val="bg1"/>
                </a:solidFill>
              </a:rPr>
              <a:t>שם אצטדיון</a:t>
            </a:r>
          </a:p>
          <a:p>
            <a:pPr algn="r" rtl="1">
              <a:buFont typeface="Wingdings" pitchFamily="2" charset="2"/>
              <a:buChar char="v"/>
            </a:pPr>
            <a:r>
              <a:rPr lang="he-IL" sz="1600" dirty="0">
                <a:solidFill>
                  <a:schemeClr val="bg1"/>
                </a:solidFill>
              </a:rPr>
              <a:t>כתובת (רחוב, עיר, מספר)</a:t>
            </a:r>
          </a:p>
          <a:p>
            <a:pPr algn="r" defTabSz="914400" rtl="1" eaLnBrk="1" latinLnBrk="0" hangingPunct="1">
              <a:lnSpc>
                <a:spcPct val="90000"/>
              </a:lnSpc>
              <a:spcBef>
                <a:spcPts val="1000"/>
              </a:spcBef>
              <a:buFont typeface="Wingdings" pitchFamily="2" charset="2"/>
              <a:buChar char="v"/>
            </a:pPr>
            <a:r>
              <a:rPr lang="he-IL" sz="1600" dirty="0">
                <a:solidFill>
                  <a:schemeClr val="bg1"/>
                </a:solidFill>
              </a:rPr>
              <a:t>מנהל אצטדיון</a:t>
            </a:r>
          </a:p>
          <a:p>
            <a:pPr algn="r" defTabSz="914400" rtl="1" eaLnBrk="1" latinLnBrk="0" hangingPunct="1">
              <a:lnSpc>
                <a:spcPct val="90000"/>
              </a:lnSpc>
              <a:spcBef>
                <a:spcPts val="1000"/>
              </a:spcBef>
              <a:buFont typeface="Wingdings" pitchFamily="2" charset="2"/>
              <a:buChar char="v"/>
            </a:pPr>
            <a:r>
              <a:rPr lang="he-IL" sz="1600" dirty="0">
                <a:solidFill>
                  <a:schemeClr val="bg1"/>
                </a:solidFill>
              </a:rPr>
              <a:t>תכולת אנשים מקסימלית</a:t>
            </a:r>
          </a:p>
          <a:p>
            <a:pPr algn="r" defTabSz="914400" rtl="1" eaLnBrk="1" latinLnBrk="0" hangingPunct="1">
              <a:lnSpc>
                <a:spcPct val="90000"/>
              </a:lnSpc>
              <a:spcBef>
                <a:spcPts val="1000"/>
              </a:spcBef>
              <a:buFont typeface="Wingdings" pitchFamily="2" charset="2"/>
              <a:buChar char="v"/>
            </a:pPr>
            <a:endParaRPr lang="he-IL" sz="1600" dirty="0">
              <a:solidFill>
                <a:schemeClr val="bg1"/>
              </a:solidFill>
            </a:endParaRPr>
          </a:p>
          <a:p>
            <a:pPr marL="0" indent="0" algn="r" defTabSz="914400" rtl="1" eaLnBrk="1" latinLnBrk="0" hangingPunct="1">
              <a:lnSpc>
                <a:spcPct val="90000"/>
              </a:lnSpc>
              <a:spcBef>
                <a:spcPts val="1000"/>
              </a:spcBef>
              <a:buNone/>
            </a:pPr>
            <a:endParaRPr lang="he-IL" dirty="0">
              <a:solidFill>
                <a:schemeClr val="bg1"/>
              </a:solidFill>
            </a:endParaRPr>
          </a:p>
          <a:p>
            <a:pPr marL="0" indent="0" algn="r" defTabSz="914400" rtl="1" eaLnBrk="1" latinLnBrk="0" hangingPunct="1">
              <a:lnSpc>
                <a:spcPct val="90000"/>
              </a:lnSpc>
              <a:spcBef>
                <a:spcPts val="1000"/>
              </a:spcBef>
              <a:buNone/>
            </a:pPr>
            <a:endParaRPr lang="en-IL" sz="1400" dirty="0">
              <a:solidFill>
                <a:schemeClr val="bg1"/>
              </a:solidFill>
            </a:endParaRPr>
          </a:p>
        </p:txBody>
      </p:sp>
      <p:sp>
        <p:nvSpPr>
          <p:cNvPr id="4" name="Content Placeholder 2">
            <a:extLst>
              <a:ext uri="{FF2B5EF4-FFF2-40B4-BE49-F238E27FC236}">
                <a16:creationId xmlns:a16="http://schemas.microsoft.com/office/drawing/2014/main" id="{7422ACDB-5C6D-BA0C-60DF-3EC81ED503D0}"/>
              </a:ext>
            </a:extLst>
          </p:cNvPr>
          <p:cNvSpPr txBox="1">
            <a:spLocks/>
          </p:cNvSpPr>
          <p:nvPr/>
        </p:nvSpPr>
        <p:spPr>
          <a:xfrm>
            <a:off x="637821" y="1825625"/>
            <a:ext cx="376766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rtl="1">
              <a:buFont typeface="Arial" panose="020B0604020202020204" pitchFamily="34" charset="0"/>
              <a:buNone/>
            </a:pPr>
            <a:r>
              <a:rPr lang="he-IL" sz="2000" dirty="0">
                <a:solidFill>
                  <a:srgbClr val="FFC000"/>
                </a:solidFill>
              </a:rPr>
              <a:t>עובדים:</a:t>
            </a:r>
          </a:p>
          <a:p>
            <a:pPr algn="r" rtl="1">
              <a:buFont typeface="Wingdings" pitchFamily="2" charset="2"/>
              <a:buChar char="v"/>
            </a:pPr>
            <a:r>
              <a:rPr lang="he-IL" sz="1600" dirty="0">
                <a:solidFill>
                  <a:schemeClr val="bg1"/>
                </a:solidFill>
              </a:rPr>
              <a:t>תעודת זהות</a:t>
            </a:r>
          </a:p>
          <a:p>
            <a:pPr algn="r" rtl="1">
              <a:buFont typeface="Wingdings" pitchFamily="2" charset="2"/>
              <a:buChar char="v"/>
            </a:pPr>
            <a:r>
              <a:rPr lang="he-IL" sz="1600" dirty="0">
                <a:solidFill>
                  <a:schemeClr val="bg1"/>
                </a:solidFill>
              </a:rPr>
              <a:t>שם(פרטי, משפחה)</a:t>
            </a:r>
          </a:p>
          <a:p>
            <a:pPr algn="r" rtl="1">
              <a:buFont typeface="Wingdings" pitchFamily="2" charset="2"/>
              <a:buChar char="v"/>
            </a:pPr>
            <a:r>
              <a:rPr lang="he-IL" sz="1600" dirty="0">
                <a:solidFill>
                  <a:schemeClr val="bg1"/>
                </a:solidFill>
              </a:rPr>
              <a:t>תפקיד העובד</a:t>
            </a:r>
          </a:p>
          <a:p>
            <a:pPr algn="r" rtl="1">
              <a:buFont typeface="Wingdings" pitchFamily="2" charset="2"/>
              <a:buChar char="v"/>
            </a:pPr>
            <a:r>
              <a:rPr lang="he-IL" sz="1600" dirty="0">
                <a:solidFill>
                  <a:schemeClr val="bg1"/>
                </a:solidFill>
              </a:rPr>
              <a:t>מספר טלפון</a:t>
            </a:r>
          </a:p>
          <a:p>
            <a:pPr algn="r" rtl="1">
              <a:buFont typeface="Wingdings" pitchFamily="2" charset="2"/>
              <a:buChar char="v"/>
            </a:pPr>
            <a:r>
              <a:rPr lang="he-IL" sz="1600" dirty="0">
                <a:solidFill>
                  <a:schemeClr val="bg1"/>
                </a:solidFill>
              </a:rPr>
              <a:t>מייל</a:t>
            </a:r>
          </a:p>
          <a:p>
            <a:pPr algn="r" rtl="1">
              <a:buFont typeface="Wingdings" pitchFamily="2" charset="2"/>
              <a:buChar char="v"/>
            </a:pPr>
            <a:r>
              <a:rPr lang="he-IL" sz="1600" dirty="0">
                <a:solidFill>
                  <a:schemeClr val="bg1"/>
                </a:solidFill>
              </a:rPr>
              <a:t>תאריך תחילת עבודה</a:t>
            </a:r>
          </a:p>
          <a:p>
            <a:pPr algn="r" rtl="1">
              <a:buFont typeface="Wingdings" pitchFamily="2" charset="2"/>
              <a:buChar char="v"/>
            </a:pPr>
            <a:r>
              <a:rPr lang="he-IL" sz="1600" dirty="0">
                <a:solidFill>
                  <a:schemeClr val="bg1"/>
                </a:solidFill>
              </a:rPr>
              <a:t>תאריך סיום עבודה במידה ועזב</a:t>
            </a:r>
          </a:p>
          <a:p>
            <a:pPr algn="r" rtl="1">
              <a:buFont typeface="Wingdings" pitchFamily="2" charset="2"/>
              <a:buChar char="v"/>
            </a:pPr>
            <a:r>
              <a:rPr lang="he-IL" sz="1600" dirty="0">
                <a:solidFill>
                  <a:schemeClr val="bg1"/>
                </a:solidFill>
              </a:rPr>
              <a:t>מנהל ישיר</a:t>
            </a:r>
          </a:p>
          <a:p>
            <a:pPr algn="r" rtl="1">
              <a:buFont typeface="Wingdings" pitchFamily="2" charset="2"/>
              <a:buChar char="v"/>
            </a:pPr>
            <a:endParaRPr lang="he-IL" sz="1600" dirty="0">
              <a:solidFill>
                <a:schemeClr val="bg1"/>
              </a:solidFill>
            </a:endParaRPr>
          </a:p>
          <a:p>
            <a:pPr algn="r" rtl="1">
              <a:buFont typeface="Wingdings" pitchFamily="2" charset="2"/>
              <a:buChar char="v"/>
            </a:pPr>
            <a:endParaRPr lang="he-IL" sz="1600" dirty="0">
              <a:solidFill>
                <a:schemeClr val="bg1"/>
              </a:solidFill>
            </a:endParaRPr>
          </a:p>
          <a:p>
            <a:pPr marL="0" indent="0" algn="r" rtl="1">
              <a:buFont typeface="Arial" panose="020B0604020202020204" pitchFamily="34" charset="0"/>
              <a:buNone/>
            </a:pPr>
            <a:endParaRPr lang="he-IL" dirty="0">
              <a:solidFill>
                <a:schemeClr val="bg1"/>
              </a:solidFill>
            </a:endParaRPr>
          </a:p>
          <a:p>
            <a:pPr marL="0" indent="0" algn="r" rtl="1">
              <a:buFont typeface="Arial" panose="020B0604020202020204" pitchFamily="34" charset="0"/>
              <a:buNone/>
            </a:pPr>
            <a:endParaRPr lang="en-IL" sz="1400" dirty="0">
              <a:solidFill>
                <a:schemeClr val="bg1"/>
              </a:solidFill>
            </a:endParaRPr>
          </a:p>
        </p:txBody>
      </p:sp>
      <p:sp>
        <p:nvSpPr>
          <p:cNvPr id="5" name="Slide Number Placeholder 4">
            <a:extLst>
              <a:ext uri="{FF2B5EF4-FFF2-40B4-BE49-F238E27FC236}">
                <a16:creationId xmlns:a16="http://schemas.microsoft.com/office/drawing/2014/main" id="{9EF76F8B-1394-FC64-CA8D-DC0CF57A6E31}"/>
              </a:ext>
            </a:extLst>
          </p:cNvPr>
          <p:cNvSpPr>
            <a:spLocks noGrp="1"/>
          </p:cNvSpPr>
          <p:nvPr>
            <p:ph type="sldNum" sz="quarter" idx="12"/>
          </p:nvPr>
        </p:nvSpPr>
        <p:spPr/>
        <p:txBody>
          <a:bodyPr/>
          <a:lstStyle/>
          <a:p>
            <a:fld id="{8BBF3FFD-AC03-094B-B961-9EAA7FA243E8}" type="slidenum">
              <a:rPr lang="en-IL" smtClean="0">
                <a:solidFill>
                  <a:srgbClr val="FFC000"/>
                </a:solidFill>
              </a:rPr>
              <a:t>6</a:t>
            </a:fld>
            <a:endParaRPr lang="en-IL">
              <a:solidFill>
                <a:srgbClr val="FFC000"/>
              </a:solidFill>
            </a:endParaRPr>
          </a:p>
        </p:txBody>
      </p:sp>
    </p:spTree>
    <p:extLst>
      <p:ext uri="{BB962C8B-B14F-4D97-AF65-F5344CB8AC3E}">
        <p14:creationId xmlns:p14="http://schemas.microsoft.com/office/powerpoint/2010/main" val="2795788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05343-986D-5531-B446-62B9BB622001}"/>
              </a:ext>
            </a:extLst>
          </p:cNvPr>
          <p:cNvSpPr>
            <a:spLocks noGrp="1"/>
          </p:cNvSpPr>
          <p:nvPr>
            <p:ph type="title"/>
          </p:nvPr>
        </p:nvSpPr>
        <p:spPr/>
        <p:txBody>
          <a:bodyPr/>
          <a:lstStyle/>
          <a:p>
            <a:pPr algn="ctr" defTabSz="914400" rtl="1" eaLnBrk="1" latinLnBrk="0" hangingPunct="1">
              <a:lnSpc>
                <a:spcPct val="90000"/>
              </a:lnSpc>
              <a:spcBef>
                <a:spcPct val="0"/>
              </a:spcBef>
              <a:buNone/>
            </a:pPr>
            <a:r>
              <a:rPr lang="en-US" dirty="0"/>
              <a:t>A</a:t>
            </a:r>
            <a:r>
              <a:rPr lang="he-IL" dirty="0">
                <a:solidFill>
                  <a:schemeClr val="bg1"/>
                </a:solidFill>
              </a:rPr>
              <a:t>שמירת נתונים במערכת</a:t>
            </a:r>
            <a:endParaRPr lang="en-IL" dirty="0"/>
          </a:p>
        </p:txBody>
      </p:sp>
      <p:sp>
        <p:nvSpPr>
          <p:cNvPr id="3" name="Content Placeholder 2">
            <a:extLst>
              <a:ext uri="{FF2B5EF4-FFF2-40B4-BE49-F238E27FC236}">
                <a16:creationId xmlns:a16="http://schemas.microsoft.com/office/drawing/2014/main" id="{EB614200-F612-A747-20D4-168C3BAB6F47}"/>
              </a:ext>
            </a:extLst>
          </p:cNvPr>
          <p:cNvSpPr>
            <a:spLocks noGrp="1"/>
          </p:cNvSpPr>
          <p:nvPr>
            <p:ph idx="1"/>
          </p:nvPr>
        </p:nvSpPr>
        <p:spPr>
          <a:xfrm>
            <a:off x="7586132" y="1825625"/>
            <a:ext cx="3767667" cy="4351338"/>
          </a:xfrm>
        </p:spPr>
        <p:txBody>
          <a:bodyPr/>
          <a:lstStyle/>
          <a:p>
            <a:pPr marL="0" indent="0" algn="r" defTabSz="914400" rtl="1" eaLnBrk="1" latinLnBrk="0" hangingPunct="1">
              <a:lnSpc>
                <a:spcPct val="90000"/>
              </a:lnSpc>
              <a:spcBef>
                <a:spcPts val="1000"/>
              </a:spcBef>
              <a:buNone/>
            </a:pPr>
            <a:r>
              <a:rPr lang="he-IL" sz="2000" dirty="0">
                <a:solidFill>
                  <a:srgbClr val="FFC000"/>
                </a:solidFill>
              </a:rPr>
              <a:t>תחרות:</a:t>
            </a:r>
          </a:p>
          <a:p>
            <a:pPr algn="r" defTabSz="914400" rtl="1" eaLnBrk="1" latinLnBrk="0" hangingPunct="1">
              <a:lnSpc>
                <a:spcPct val="90000"/>
              </a:lnSpc>
              <a:spcBef>
                <a:spcPts val="1000"/>
              </a:spcBef>
              <a:buFont typeface="Wingdings" pitchFamily="2" charset="2"/>
              <a:buChar char="v"/>
            </a:pPr>
            <a:r>
              <a:rPr lang="he-IL" sz="1600" dirty="0">
                <a:solidFill>
                  <a:schemeClr val="bg1"/>
                </a:solidFill>
              </a:rPr>
              <a:t>מזהה תחרות</a:t>
            </a:r>
          </a:p>
          <a:p>
            <a:pPr algn="r" defTabSz="914400" rtl="1" eaLnBrk="1" latinLnBrk="0" hangingPunct="1">
              <a:lnSpc>
                <a:spcPct val="90000"/>
              </a:lnSpc>
              <a:spcBef>
                <a:spcPts val="1000"/>
              </a:spcBef>
              <a:buFont typeface="Wingdings" pitchFamily="2" charset="2"/>
              <a:buChar char="v"/>
            </a:pPr>
            <a:r>
              <a:rPr lang="he-IL" sz="1600" dirty="0">
                <a:solidFill>
                  <a:schemeClr val="bg1"/>
                </a:solidFill>
              </a:rPr>
              <a:t>שם תחרות	</a:t>
            </a:r>
          </a:p>
          <a:p>
            <a:pPr algn="r" rtl="1">
              <a:buFont typeface="Wingdings" pitchFamily="2" charset="2"/>
              <a:buChar char="v"/>
            </a:pPr>
            <a:r>
              <a:rPr lang="he-IL" sz="1600" dirty="0">
                <a:solidFill>
                  <a:schemeClr val="bg1"/>
                </a:solidFill>
              </a:rPr>
              <a:t>תאריך</a:t>
            </a:r>
          </a:p>
          <a:p>
            <a:pPr algn="r" defTabSz="914400" rtl="1" eaLnBrk="1" latinLnBrk="0" hangingPunct="1">
              <a:lnSpc>
                <a:spcPct val="90000"/>
              </a:lnSpc>
              <a:spcBef>
                <a:spcPts val="1000"/>
              </a:spcBef>
              <a:buFont typeface="Wingdings" pitchFamily="2" charset="2"/>
              <a:buChar char="v"/>
            </a:pPr>
            <a:r>
              <a:rPr lang="he-IL" sz="1600" dirty="0">
                <a:solidFill>
                  <a:schemeClr val="bg1"/>
                </a:solidFill>
              </a:rPr>
              <a:t>מספר משתתפים</a:t>
            </a:r>
          </a:p>
          <a:p>
            <a:pPr algn="r" defTabSz="914400" rtl="1" eaLnBrk="1" latinLnBrk="0" hangingPunct="1">
              <a:lnSpc>
                <a:spcPct val="90000"/>
              </a:lnSpc>
              <a:spcBef>
                <a:spcPts val="1000"/>
              </a:spcBef>
              <a:buFont typeface="Wingdings" pitchFamily="2" charset="2"/>
              <a:buChar char="v"/>
            </a:pPr>
            <a:r>
              <a:rPr lang="he-IL" sz="1600" dirty="0">
                <a:solidFill>
                  <a:schemeClr val="bg1"/>
                </a:solidFill>
              </a:rPr>
              <a:t>מנהל תחרות</a:t>
            </a:r>
          </a:p>
          <a:p>
            <a:pPr algn="r" defTabSz="914400" rtl="1" eaLnBrk="1" latinLnBrk="0" hangingPunct="1">
              <a:lnSpc>
                <a:spcPct val="90000"/>
              </a:lnSpc>
              <a:spcBef>
                <a:spcPts val="1000"/>
              </a:spcBef>
              <a:buFont typeface="Wingdings" pitchFamily="2" charset="2"/>
              <a:buChar char="v"/>
            </a:pPr>
            <a:r>
              <a:rPr lang="he-IL" sz="1600" dirty="0">
                <a:solidFill>
                  <a:schemeClr val="bg1"/>
                </a:solidFill>
              </a:rPr>
              <a:t>אצטדיון מארח</a:t>
            </a:r>
          </a:p>
          <a:p>
            <a:pPr algn="r" defTabSz="914400" rtl="1" eaLnBrk="1" latinLnBrk="0" hangingPunct="1">
              <a:lnSpc>
                <a:spcPct val="90000"/>
              </a:lnSpc>
              <a:spcBef>
                <a:spcPts val="1000"/>
              </a:spcBef>
              <a:buFont typeface="Wingdings" pitchFamily="2" charset="2"/>
              <a:buChar char="v"/>
            </a:pPr>
            <a:r>
              <a:rPr lang="he-IL" sz="1600" dirty="0">
                <a:solidFill>
                  <a:schemeClr val="bg1"/>
                </a:solidFill>
              </a:rPr>
              <a:t>מחוזות משתתפים בתחרות</a:t>
            </a:r>
          </a:p>
          <a:p>
            <a:pPr algn="r" defTabSz="914400" rtl="1" eaLnBrk="1" latinLnBrk="0" hangingPunct="1">
              <a:lnSpc>
                <a:spcPct val="90000"/>
              </a:lnSpc>
              <a:spcBef>
                <a:spcPts val="1000"/>
              </a:spcBef>
              <a:buFont typeface="Wingdings" pitchFamily="2" charset="2"/>
              <a:buChar char="v"/>
            </a:pPr>
            <a:endParaRPr lang="he-IL" sz="1600" dirty="0">
              <a:solidFill>
                <a:schemeClr val="bg1"/>
              </a:solidFill>
            </a:endParaRPr>
          </a:p>
          <a:p>
            <a:pPr marL="0" indent="0" algn="r" defTabSz="914400" rtl="1" eaLnBrk="1" latinLnBrk="0" hangingPunct="1">
              <a:lnSpc>
                <a:spcPct val="90000"/>
              </a:lnSpc>
              <a:spcBef>
                <a:spcPts val="1000"/>
              </a:spcBef>
              <a:buNone/>
            </a:pPr>
            <a:endParaRPr lang="he-IL" dirty="0">
              <a:solidFill>
                <a:schemeClr val="bg1"/>
              </a:solidFill>
            </a:endParaRPr>
          </a:p>
          <a:p>
            <a:pPr marL="0" indent="0" algn="r" defTabSz="914400" rtl="1" eaLnBrk="1" latinLnBrk="0" hangingPunct="1">
              <a:lnSpc>
                <a:spcPct val="90000"/>
              </a:lnSpc>
              <a:spcBef>
                <a:spcPts val="1000"/>
              </a:spcBef>
              <a:buNone/>
            </a:pPr>
            <a:endParaRPr lang="en-IL" sz="1400" dirty="0">
              <a:solidFill>
                <a:schemeClr val="bg1"/>
              </a:solidFill>
            </a:endParaRPr>
          </a:p>
        </p:txBody>
      </p:sp>
      <p:sp>
        <p:nvSpPr>
          <p:cNvPr id="4" name="Content Placeholder 2">
            <a:extLst>
              <a:ext uri="{FF2B5EF4-FFF2-40B4-BE49-F238E27FC236}">
                <a16:creationId xmlns:a16="http://schemas.microsoft.com/office/drawing/2014/main" id="{7422ACDB-5C6D-BA0C-60DF-3EC81ED503D0}"/>
              </a:ext>
            </a:extLst>
          </p:cNvPr>
          <p:cNvSpPr txBox="1">
            <a:spLocks/>
          </p:cNvSpPr>
          <p:nvPr/>
        </p:nvSpPr>
        <p:spPr>
          <a:xfrm>
            <a:off x="637821" y="1825625"/>
            <a:ext cx="376766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rtl="1">
              <a:buFont typeface="Arial" panose="020B0604020202020204" pitchFamily="34" charset="0"/>
              <a:buNone/>
            </a:pPr>
            <a:r>
              <a:rPr lang="he-IL" sz="2000" dirty="0">
                <a:solidFill>
                  <a:srgbClr val="FFC000"/>
                </a:solidFill>
              </a:rPr>
              <a:t>מקצה בתחרות:</a:t>
            </a:r>
          </a:p>
          <a:p>
            <a:pPr algn="r" rtl="1">
              <a:buFont typeface="Wingdings" pitchFamily="2" charset="2"/>
              <a:buChar char="v"/>
            </a:pPr>
            <a:r>
              <a:rPr lang="he-IL" sz="1600" dirty="0">
                <a:solidFill>
                  <a:schemeClr val="bg1"/>
                </a:solidFill>
              </a:rPr>
              <a:t>מספר מקצה</a:t>
            </a:r>
          </a:p>
          <a:p>
            <a:pPr algn="r" rtl="1">
              <a:buFont typeface="Wingdings" pitchFamily="2" charset="2"/>
              <a:buChar char="v"/>
            </a:pPr>
            <a:r>
              <a:rPr lang="he-IL" sz="1600" dirty="0">
                <a:solidFill>
                  <a:schemeClr val="bg1"/>
                </a:solidFill>
              </a:rPr>
              <a:t>סוג הספורט</a:t>
            </a:r>
          </a:p>
          <a:p>
            <a:pPr algn="r" rtl="1">
              <a:buFont typeface="Wingdings" pitchFamily="2" charset="2"/>
              <a:buChar char="v"/>
            </a:pPr>
            <a:r>
              <a:rPr lang="he-IL" sz="1600" dirty="0">
                <a:solidFill>
                  <a:schemeClr val="bg1"/>
                </a:solidFill>
              </a:rPr>
              <a:t>קבוצת גיל</a:t>
            </a:r>
          </a:p>
          <a:p>
            <a:pPr algn="r" rtl="1">
              <a:buFont typeface="Wingdings" pitchFamily="2" charset="2"/>
              <a:buChar char="v"/>
            </a:pPr>
            <a:r>
              <a:rPr lang="he-IL" sz="1600" dirty="0">
                <a:solidFill>
                  <a:schemeClr val="bg1"/>
                </a:solidFill>
              </a:rPr>
              <a:t>מין מתחרה</a:t>
            </a:r>
          </a:p>
          <a:p>
            <a:pPr algn="r" rtl="1">
              <a:buFont typeface="Wingdings" pitchFamily="2" charset="2"/>
              <a:buChar char="v"/>
            </a:pPr>
            <a:r>
              <a:rPr lang="he-IL" sz="1600" dirty="0">
                <a:solidFill>
                  <a:schemeClr val="bg1"/>
                </a:solidFill>
              </a:rPr>
              <a:t>תוצאות</a:t>
            </a:r>
          </a:p>
          <a:p>
            <a:pPr algn="r" rtl="1">
              <a:buFont typeface="Wingdings" pitchFamily="2" charset="2"/>
              <a:buChar char="v"/>
            </a:pPr>
            <a:r>
              <a:rPr lang="he-IL" sz="1600" dirty="0">
                <a:solidFill>
                  <a:schemeClr val="bg1"/>
                </a:solidFill>
              </a:rPr>
              <a:t>זמן התחלת מקצה</a:t>
            </a:r>
          </a:p>
          <a:p>
            <a:pPr algn="r" rtl="1">
              <a:buFont typeface="Wingdings" pitchFamily="2" charset="2"/>
              <a:buChar char="v"/>
            </a:pPr>
            <a:r>
              <a:rPr lang="he-IL" sz="1600" dirty="0">
                <a:solidFill>
                  <a:schemeClr val="bg1"/>
                </a:solidFill>
              </a:rPr>
              <a:t>זמן סיום</a:t>
            </a:r>
          </a:p>
          <a:p>
            <a:pPr algn="r" rtl="1">
              <a:buFont typeface="Wingdings" pitchFamily="2" charset="2"/>
              <a:buChar char="v"/>
            </a:pPr>
            <a:r>
              <a:rPr lang="he-IL" sz="1600" dirty="0">
                <a:solidFill>
                  <a:schemeClr val="bg1"/>
                </a:solidFill>
              </a:rPr>
              <a:t>מנהל ישיר</a:t>
            </a:r>
          </a:p>
          <a:p>
            <a:pPr algn="r" rtl="1">
              <a:buFont typeface="Wingdings" pitchFamily="2" charset="2"/>
              <a:buChar char="v"/>
            </a:pPr>
            <a:endParaRPr lang="he-IL" sz="1600" dirty="0">
              <a:solidFill>
                <a:schemeClr val="bg1"/>
              </a:solidFill>
            </a:endParaRPr>
          </a:p>
          <a:p>
            <a:pPr algn="r" rtl="1">
              <a:buFont typeface="Wingdings" pitchFamily="2" charset="2"/>
              <a:buChar char="v"/>
            </a:pPr>
            <a:endParaRPr lang="he-IL" sz="1600" dirty="0">
              <a:solidFill>
                <a:schemeClr val="bg1"/>
              </a:solidFill>
            </a:endParaRPr>
          </a:p>
          <a:p>
            <a:pPr marL="0" indent="0" algn="r" rtl="1">
              <a:buFont typeface="Arial" panose="020B0604020202020204" pitchFamily="34" charset="0"/>
              <a:buNone/>
            </a:pPr>
            <a:endParaRPr lang="he-IL" dirty="0">
              <a:solidFill>
                <a:schemeClr val="bg1"/>
              </a:solidFill>
            </a:endParaRPr>
          </a:p>
          <a:p>
            <a:pPr marL="0" indent="0" algn="r" rtl="1">
              <a:buFont typeface="Arial" panose="020B0604020202020204" pitchFamily="34" charset="0"/>
              <a:buNone/>
            </a:pPr>
            <a:endParaRPr lang="en-IL" sz="1400" dirty="0">
              <a:solidFill>
                <a:schemeClr val="bg1"/>
              </a:solidFill>
            </a:endParaRPr>
          </a:p>
        </p:txBody>
      </p:sp>
      <p:sp>
        <p:nvSpPr>
          <p:cNvPr id="5" name="Slide Number Placeholder 4">
            <a:extLst>
              <a:ext uri="{FF2B5EF4-FFF2-40B4-BE49-F238E27FC236}">
                <a16:creationId xmlns:a16="http://schemas.microsoft.com/office/drawing/2014/main" id="{37A65B8A-BB5F-C9B3-E591-3C7CFAE9F1AD}"/>
              </a:ext>
            </a:extLst>
          </p:cNvPr>
          <p:cNvSpPr>
            <a:spLocks noGrp="1"/>
          </p:cNvSpPr>
          <p:nvPr>
            <p:ph type="sldNum" sz="quarter" idx="12"/>
          </p:nvPr>
        </p:nvSpPr>
        <p:spPr/>
        <p:txBody>
          <a:bodyPr/>
          <a:lstStyle/>
          <a:p>
            <a:fld id="{8BBF3FFD-AC03-094B-B961-9EAA7FA243E8}" type="slidenum">
              <a:rPr lang="en-IL" smtClean="0">
                <a:solidFill>
                  <a:srgbClr val="FFC000"/>
                </a:solidFill>
              </a:rPr>
              <a:t>7</a:t>
            </a:fld>
            <a:endParaRPr lang="en-IL">
              <a:solidFill>
                <a:srgbClr val="FFC000"/>
              </a:solidFill>
            </a:endParaRPr>
          </a:p>
        </p:txBody>
      </p:sp>
    </p:spTree>
    <p:extLst>
      <p:ext uri="{BB962C8B-B14F-4D97-AF65-F5344CB8AC3E}">
        <p14:creationId xmlns:p14="http://schemas.microsoft.com/office/powerpoint/2010/main" val="2513564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69F0C-A758-EC1F-D66D-5F5FA7DCFF80}"/>
              </a:ext>
            </a:extLst>
          </p:cNvPr>
          <p:cNvSpPr>
            <a:spLocks noGrp="1"/>
          </p:cNvSpPr>
          <p:nvPr>
            <p:ph type="title"/>
          </p:nvPr>
        </p:nvSpPr>
        <p:spPr>
          <a:xfrm>
            <a:off x="838200" y="18256"/>
            <a:ext cx="10515600" cy="662782"/>
          </a:xfrm>
        </p:spPr>
        <p:txBody>
          <a:bodyPr>
            <a:normAutofit fontScale="90000"/>
          </a:bodyPr>
          <a:lstStyle/>
          <a:p>
            <a:pPr algn="ctr" defTabSz="914400" rtl="0" eaLnBrk="1" latinLnBrk="0" hangingPunct="1">
              <a:lnSpc>
                <a:spcPct val="90000"/>
              </a:lnSpc>
              <a:spcBef>
                <a:spcPct val="0"/>
              </a:spcBef>
              <a:buNone/>
            </a:pPr>
            <a:r>
              <a:rPr lang="en-US" dirty="0">
                <a:solidFill>
                  <a:schemeClr val="bg1"/>
                </a:solidFill>
                <a:cs typeface="+mn-cs"/>
              </a:rPr>
              <a:t>ERD </a:t>
            </a:r>
            <a:r>
              <a:rPr lang="he-IL" dirty="0">
                <a:solidFill>
                  <a:schemeClr val="bg1"/>
                </a:solidFill>
                <a:cs typeface="+mn-cs"/>
              </a:rPr>
              <a:t>תרשים</a:t>
            </a:r>
            <a:endParaRPr lang="en-IL" dirty="0">
              <a:solidFill>
                <a:schemeClr val="bg1"/>
              </a:solidFill>
            </a:endParaRPr>
          </a:p>
        </p:txBody>
      </p:sp>
      <p:pic>
        <p:nvPicPr>
          <p:cNvPr id="9" name="Content Placeholder 8">
            <a:extLst>
              <a:ext uri="{FF2B5EF4-FFF2-40B4-BE49-F238E27FC236}">
                <a16:creationId xmlns:a16="http://schemas.microsoft.com/office/drawing/2014/main" id="{40EC6C1D-DD74-407E-F4DE-2CA3B1D93048}"/>
              </a:ext>
            </a:extLst>
          </p:cNvPr>
          <p:cNvPicPr>
            <a:picLocks noGrp="1" noChangeAspect="1"/>
          </p:cNvPicPr>
          <p:nvPr>
            <p:ph idx="1"/>
          </p:nvPr>
        </p:nvPicPr>
        <p:blipFill>
          <a:blip r:embed="rId2"/>
          <a:stretch>
            <a:fillRect/>
          </a:stretch>
        </p:blipFill>
        <p:spPr>
          <a:xfrm>
            <a:off x="2322288" y="681038"/>
            <a:ext cx="7547423" cy="6078418"/>
          </a:xfrm>
        </p:spPr>
      </p:pic>
      <p:sp>
        <p:nvSpPr>
          <p:cNvPr id="3" name="Slide Number Placeholder 2">
            <a:extLst>
              <a:ext uri="{FF2B5EF4-FFF2-40B4-BE49-F238E27FC236}">
                <a16:creationId xmlns:a16="http://schemas.microsoft.com/office/drawing/2014/main" id="{B65B99B5-453F-8FC1-EF6D-860361E61D78}"/>
              </a:ext>
            </a:extLst>
          </p:cNvPr>
          <p:cNvSpPr>
            <a:spLocks noGrp="1"/>
          </p:cNvSpPr>
          <p:nvPr>
            <p:ph type="sldNum" sz="quarter" idx="12"/>
          </p:nvPr>
        </p:nvSpPr>
        <p:spPr/>
        <p:txBody>
          <a:bodyPr/>
          <a:lstStyle/>
          <a:p>
            <a:fld id="{8BBF3FFD-AC03-094B-B961-9EAA7FA243E8}" type="slidenum">
              <a:rPr lang="en-IL" smtClean="0">
                <a:solidFill>
                  <a:srgbClr val="FFC000"/>
                </a:solidFill>
              </a:rPr>
              <a:t>8</a:t>
            </a:fld>
            <a:endParaRPr lang="en-IL">
              <a:solidFill>
                <a:srgbClr val="FFC000"/>
              </a:solidFill>
            </a:endParaRPr>
          </a:p>
        </p:txBody>
      </p:sp>
    </p:spTree>
    <p:extLst>
      <p:ext uri="{BB962C8B-B14F-4D97-AF65-F5344CB8AC3E}">
        <p14:creationId xmlns:p14="http://schemas.microsoft.com/office/powerpoint/2010/main" val="61434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23A88-DC13-9935-FE61-2DE2D1AB03C6}"/>
              </a:ext>
            </a:extLst>
          </p:cNvPr>
          <p:cNvSpPr>
            <a:spLocks noGrp="1"/>
          </p:cNvSpPr>
          <p:nvPr>
            <p:ph type="title"/>
          </p:nvPr>
        </p:nvSpPr>
        <p:spPr>
          <a:xfrm>
            <a:off x="4212404" y="103580"/>
            <a:ext cx="3000909" cy="867774"/>
          </a:xfrm>
        </p:spPr>
        <p:txBody>
          <a:bodyPr>
            <a:normAutofit/>
          </a:bodyPr>
          <a:lstStyle/>
          <a:p>
            <a:pPr algn="ctr"/>
            <a:r>
              <a:rPr lang="en-IL" sz="2800" dirty="0">
                <a:solidFill>
                  <a:schemeClr val="bg1"/>
                </a:solidFill>
              </a:rPr>
              <a:t>EER</a:t>
            </a:r>
            <a:r>
              <a:rPr lang="he-IL" sz="2800" dirty="0">
                <a:solidFill>
                  <a:schemeClr val="bg1"/>
                </a:solidFill>
              </a:rPr>
              <a:t> תרשים </a:t>
            </a:r>
            <a:endParaRPr lang="en-IL" sz="2800" dirty="0">
              <a:solidFill>
                <a:schemeClr val="bg1"/>
              </a:solidFill>
            </a:endParaRPr>
          </a:p>
        </p:txBody>
      </p:sp>
      <p:pic>
        <p:nvPicPr>
          <p:cNvPr id="5" name="Content Placeholder 4">
            <a:extLst>
              <a:ext uri="{FF2B5EF4-FFF2-40B4-BE49-F238E27FC236}">
                <a16:creationId xmlns:a16="http://schemas.microsoft.com/office/drawing/2014/main" id="{F63BBE5B-1D3E-6549-BD08-D96F17DBE7DA}"/>
              </a:ext>
            </a:extLst>
          </p:cNvPr>
          <p:cNvPicPr>
            <a:picLocks noGrp="1" noChangeAspect="1"/>
          </p:cNvPicPr>
          <p:nvPr>
            <p:ph idx="1"/>
          </p:nvPr>
        </p:nvPicPr>
        <p:blipFill>
          <a:blip r:embed="rId2"/>
          <a:stretch>
            <a:fillRect/>
          </a:stretch>
        </p:blipFill>
        <p:spPr>
          <a:xfrm>
            <a:off x="2013734" y="791110"/>
            <a:ext cx="7643973" cy="5963310"/>
          </a:xfrm>
        </p:spPr>
      </p:pic>
      <p:sp>
        <p:nvSpPr>
          <p:cNvPr id="6" name="Slide Number Placeholder 5">
            <a:extLst>
              <a:ext uri="{FF2B5EF4-FFF2-40B4-BE49-F238E27FC236}">
                <a16:creationId xmlns:a16="http://schemas.microsoft.com/office/drawing/2014/main" id="{5CBE610A-A00B-BFF0-DB8C-B46581991D27}"/>
              </a:ext>
            </a:extLst>
          </p:cNvPr>
          <p:cNvSpPr>
            <a:spLocks noGrp="1"/>
          </p:cNvSpPr>
          <p:nvPr>
            <p:ph type="sldNum" sz="quarter" idx="12"/>
          </p:nvPr>
        </p:nvSpPr>
        <p:spPr/>
        <p:txBody>
          <a:bodyPr/>
          <a:lstStyle/>
          <a:p>
            <a:fld id="{8BBF3FFD-AC03-094B-B961-9EAA7FA243E8}" type="slidenum">
              <a:rPr lang="en-IL" smtClean="0">
                <a:solidFill>
                  <a:srgbClr val="FFC000"/>
                </a:solidFill>
              </a:rPr>
              <a:t>9</a:t>
            </a:fld>
            <a:endParaRPr lang="en-IL">
              <a:solidFill>
                <a:srgbClr val="FFC000"/>
              </a:solidFill>
            </a:endParaRPr>
          </a:p>
        </p:txBody>
      </p:sp>
    </p:spTree>
    <p:extLst>
      <p:ext uri="{BB962C8B-B14F-4D97-AF65-F5344CB8AC3E}">
        <p14:creationId xmlns:p14="http://schemas.microsoft.com/office/powerpoint/2010/main" val="2955335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DCAF80B-852F-121B-4C77-AE85401D62E9}"/>
                  </a:ext>
                </a:extLst>
              </p:cNvPr>
              <p:cNvSpPr>
                <a:spLocks noGrp="1"/>
              </p:cNvSpPr>
              <p:nvPr>
                <p:ph idx="1"/>
              </p:nvPr>
            </p:nvSpPr>
            <p:spPr>
              <a:xfrm>
                <a:off x="838200" y="1441682"/>
                <a:ext cx="6577117" cy="4735281"/>
              </a:xfrm>
            </p:spPr>
            <p:txBody>
              <a:bodyPr>
                <a:normAutofit fontScale="32500" lnSpcReduction="20000"/>
              </a:bodyPr>
              <a:lstStyle/>
              <a:p>
                <a:pPr algn="l" rtl="0">
                  <a:lnSpc>
                    <a:spcPct val="107000"/>
                  </a:lnSpc>
                  <a:spcAft>
                    <a:spcPts val="800"/>
                  </a:spcAft>
                  <a:buFont typeface="Wingdings" pitchFamily="2" charset="2"/>
                  <a:buChar char="v"/>
                </a:pP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Athlete (</a:t>
                </a:r>
                <a:r>
                  <a:rPr lang="en-US" u="sng" dirty="0">
                    <a:solidFill>
                      <a:schemeClr val="bg1"/>
                    </a:solidFill>
                    <a:effectLst/>
                    <a:latin typeface="Calibri" panose="020F0502020204030204" pitchFamily="34" charset="0"/>
                    <a:ea typeface="Calibri" panose="020F0502020204030204" pitchFamily="34" charset="0"/>
                    <a:cs typeface="Arial" panose="020B0604020202020204" pitchFamily="34" charset="0"/>
                  </a:rPr>
                  <a:t> Athlete_ID</a:t>
                </a: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First_name, Last_name, Gender,Date_of_birth ,Grade ,Emergency_ phone_number, </a:t>
                </a:r>
                <a14:m>
                  <m:oMath xmlns:m="http://schemas.openxmlformats.org/officeDocument/2006/math">
                    <m:sSup>
                      <m:sSupPr>
                        <m:ctrlPr>
                          <a:rPr lang="en-IL" i="1">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a:solidFill>
                              <a:schemeClr val="bg1"/>
                            </a:solidFill>
                            <a:effectLst/>
                            <a:latin typeface="Cambria Math" panose="02040503050406030204" pitchFamily="18" charset="0"/>
                            <a:ea typeface="Calibri" panose="020F0502020204030204" pitchFamily="34" charset="0"/>
                            <a:cs typeface="Arial" panose="020B0604020202020204" pitchFamily="34" charset="0"/>
                          </a:rPr>
                          <m:t>School</m:t>
                        </m:r>
                        <m:r>
                          <a:rPr lang="en-US">
                            <a:solidFill>
                              <a:schemeClr val="bg1"/>
                            </a:solidFill>
                            <a:effectLst/>
                            <a:latin typeface="Cambria Math" panose="02040503050406030204" pitchFamily="18" charset="0"/>
                            <a:ea typeface="Calibri" panose="020F0502020204030204" pitchFamily="34" charset="0"/>
                            <a:cs typeface="Arial" panose="020B0604020202020204" pitchFamily="34" charset="0"/>
                          </a:rPr>
                          <m:t>_</m:t>
                        </m:r>
                        <m:r>
                          <m:rPr>
                            <m:sty m:val="p"/>
                          </m:rPr>
                          <a:rPr lang="en-US">
                            <a:solidFill>
                              <a:schemeClr val="bg1"/>
                            </a:solidFill>
                            <a:effectLst/>
                            <a:latin typeface="Cambria Math" panose="02040503050406030204" pitchFamily="18" charset="0"/>
                            <a:ea typeface="Calibri" panose="020F0502020204030204" pitchFamily="34" charset="0"/>
                            <a:cs typeface="Arial" panose="020B0604020202020204" pitchFamily="34" charset="0"/>
                          </a:rPr>
                          <m:t>number</m:t>
                        </m:r>
                        <m:r>
                          <a:rPr lang="en-US">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 </m:t>
                        </m:r>
                      </m:e>
                      <m:sup>
                        <m:r>
                          <m:rPr>
                            <m:sty m:val="p"/>
                          </m:rPr>
                          <a:rPr lang="en-US">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Times New Roman" panose="02020603050405020304" pitchFamily="18" charset="0"/>
                    <a:cs typeface="Arial" panose="020B0604020202020204" pitchFamily="34" charset="0"/>
                  </a:rPr>
                  <a:t>)</a:t>
                </a: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a:t>
                </a:r>
                <a:endParaRPr lang="en-IL"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Font typeface="Wingdings" pitchFamily="2" charset="2"/>
                  <a:buChar char="v"/>
                </a:pP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School ( </a:t>
                </a:r>
                <a:r>
                  <a:rPr lang="en-US" u="sng" dirty="0">
                    <a:solidFill>
                      <a:schemeClr val="bg1"/>
                    </a:solidFill>
                    <a:effectLst/>
                    <a:latin typeface="Calibri" panose="020F0502020204030204" pitchFamily="34" charset="0"/>
                    <a:ea typeface="Calibri" panose="020F0502020204030204" pitchFamily="34" charset="0"/>
                    <a:cs typeface="Arial" panose="020B0604020202020204" pitchFamily="34" charset="0"/>
                  </a:rPr>
                  <a:t>School_number</a:t>
                </a: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Name_of_school , City, Street, Number, District,</a:t>
                </a:r>
                <a14:m>
                  <m:oMath xmlns:m="http://schemas.openxmlformats.org/officeDocument/2006/math">
                    <m:sSup>
                      <m:sSupPr>
                        <m:ctrlPr>
                          <a:rPr lang="en-IL" i="1">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Principal</m:t>
                        </m:r>
                      </m:e>
                      <m:sup>
                        <m:r>
                          <m:rPr>
                            <m:sty m:val="p"/>
                          </m:rPr>
                          <a:rPr lang="en-US">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a:t>
                </a:r>
                <a14:m>
                  <m:oMath xmlns:m="http://schemas.openxmlformats.org/officeDocument/2006/math">
                    <m:sSup>
                      <m:sSupPr>
                        <m:ctrlPr>
                          <a:rPr lang="en-IL" i="1" u="sng" smtClean="0">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coach</m:t>
                        </m:r>
                        <m: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_</m:t>
                        </m:r>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id</m:t>
                        </m:r>
                      </m:e>
                      <m:sup>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a:t>
                </a:r>
                <a:endParaRPr lang="en-IL"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Font typeface="Wingdings" pitchFamily="2" charset="2"/>
                  <a:buChar char="v"/>
                </a:pP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Competition (</a:t>
                </a:r>
                <a:r>
                  <a:rPr lang="en-US" u="sng" dirty="0">
                    <a:solidFill>
                      <a:schemeClr val="bg1"/>
                    </a:solidFill>
                    <a:effectLst/>
                    <a:latin typeface="Calibri" panose="020F0502020204030204" pitchFamily="34" charset="0"/>
                    <a:ea typeface="Calibri" panose="020F0502020204030204" pitchFamily="34" charset="0"/>
                    <a:cs typeface="Arial" panose="020B0604020202020204" pitchFamily="34" charset="0"/>
                  </a:rPr>
                  <a:t>Competition_ID,</a:t>
                </a: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Name_of_competition,Date, </a:t>
                </a:r>
                <a14:m>
                  <m:oMath xmlns:m="http://schemas.openxmlformats.org/officeDocument/2006/math">
                    <m:r>
                      <m:rPr>
                        <m:sty m:val="p"/>
                      </m:rPr>
                      <a:rPr lang="en-US">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Organizer</m:t>
                    </m:r>
                    <m:r>
                      <a:rPr lang="en-US">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_</m:t>
                    </m:r>
                    <m:r>
                      <m:rPr>
                        <m:sty m:val="p"/>
                      </m:rPr>
                      <a:rPr lang="en-US">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i</m:t>
                    </m:r>
                    <m:sSup>
                      <m:sSupPr>
                        <m:ctrlPr>
                          <a:rPr lang="en-IL" i="1">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d</m:t>
                        </m:r>
                      </m:e>
                      <m:sup>
                        <m:r>
                          <m:rPr>
                            <m:sty m:val="p"/>
                          </m:rPr>
                          <a:rPr lang="en-US">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a:t>
                </a:r>
                <a14:m>
                  <m:oMath xmlns:m="http://schemas.openxmlformats.org/officeDocument/2006/math">
                    <m:sSup>
                      <m:sSupPr>
                        <m:ctrlPr>
                          <a:rPr lang="en-IL" i="1">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a:solidFill>
                              <a:schemeClr val="bg1"/>
                            </a:solidFill>
                            <a:effectLst/>
                            <a:latin typeface="Cambria Math" panose="02040503050406030204" pitchFamily="18" charset="0"/>
                            <a:ea typeface="Calibri" panose="020F0502020204030204" pitchFamily="34" charset="0"/>
                            <a:cs typeface="Arial" panose="020B0604020202020204" pitchFamily="34" charset="0"/>
                          </a:rPr>
                          <m:t>Stadium</m:t>
                        </m:r>
                        <m:r>
                          <a:rPr lang="en-US">
                            <a:solidFill>
                              <a:schemeClr val="bg1"/>
                            </a:solidFill>
                            <a:effectLst/>
                            <a:latin typeface="Cambria Math" panose="02040503050406030204" pitchFamily="18" charset="0"/>
                            <a:ea typeface="Calibri" panose="020F0502020204030204" pitchFamily="34" charset="0"/>
                            <a:cs typeface="Arial" panose="020B0604020202020204" pitchFamily="34" charset="0"/>
                          </a:rPr>
                          <m:t>_</m:t>
                        </m:r>
                        <m:r>
                          <m:rPr>
                            <m:sty m:val="p"/>
                          </m:rPr>
                          <a:rPr lang="en-US">
                            <a:solidFill>
                              <a:schemeClr val="bg1"/>
                            </a:solidFill>
                            <a:effectLst/>
                            <a:latin typeface="Cambria Math" panose="02040503050406030204" pitchFamily="18" charset="0"/>
                            <a:ea typeface="Calibri" panose="020F0502020204030204" pitchFamily="34" charset="0"/>
                            <a:cs typeface="Arial" panose="020B0604020202020204" pitchFamily="34" charset="0"/>
                          </a:rPr>
                          <m:t>number</m:t>
                        </m:r>
                        <m:r>
                          <a:rPr lang="en-US">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 </m:t>
                        </m:r>
                      </m:e>
                      <m:sup>
                        <m:r>
                          <m:rPr>
                            <m:sty m:val="p"/>
                          </m:rPr>
                          <a:rPr lang="en-US">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Times New Roman" panose="02020603050405020304" pitchFamily="18" charset="0"/>
                    <a:cs typeface="Arial" panose="020B0604020202020204" pitchFamily="34" charset="0"/>
                  </a:rPr>
                  <a:t>)</a:t>
                </a:r>
                <a:endParaRPr lang="en-IL"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Font typeface="Wingdings" pitchFamily="2" charset="2"/>
                  <a:buChar char="v"/>
                </a:pP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Stadium (</a:t>
                </a:r>
                <a:r>
                  <a:rPr lang="en-US" u="sng" dirty="0">
                    <a:solidFill>
                      <a:schemeClr val="bg1"/>
                    </a:solidFill>
                    <a:effectLst/>
                    <a:latin typeface="Calibri" panose="020F0502020204030204" pitchFamily="34" charset="0"/>
                    <a:ea typeface="Calibri" panose="020F0502020204030204" pitchFamily="34" charset="0"/>
                    <a:cs typeface="Arial" panose="020B0604020202020204" pitchFamily="34" charset="0"/>
                  </a:rPr>
                  <a:t>Stadium_number</a:t>
                </a: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Name, City, Street, Number, </a:t>
                </a:r>
                <a14:m>
                  <m:oMath xmlns:m="http://schemas.openxmlformats.org/officeDocument/2006/math">
                    <m:sSup>
                      <m:sSupPr>
                        <m:ctrlPr>
                          <a:rPr lang="en-IL" i="1">
                            <a:solidFill>
                              <a:schemeClr val="bg1"/>
                            </a:solidFill>
                            <a:effectLst/>
                            <a:latin typeface="Cambria Math" panose="02040503050406030204" pitchFamily="18" charset="0"/>
                            <a:ea typeface="Calibri" panose="020F0502020204030204" pitchFamily="34" charset="0"/>
                            <a:cs typeface="Arial" panose="020B0604020202020204" pitchFamily="34" charset="0"/>
                          </a:rPr>
                        </m:ctrlPr>
                      </m:sSupPr>
                      <m:e>
                        <m:r>
                          <m:rPr>
                            <m:sty m:val="p"/>
                          </m:rPr>
                          <a:rPr lang="en-US">
                            <a:solidFill>
                              <a:schemeClr val="bg1"/>
                            </a:solidFill>
                            <a:effectLst/>
                            <a:latin typeface="Cambria Math" panose="02040503050406030204" pitchFamily="18" charset="0"/>
                            <a:ea typeface="Calibri" panose="020F0502020204030204" pitchFamily="34" charset="0"/>
                            <a:cs typeface="Arial" panose="020B0604020202020204" pitchFamily="34" charset="0"/>
                          </a:rPr>
                          <m:t>Manager</m:t>
                        </m:r>
                      </m:e>
                      <m:sup>
                        <m:r>
                          <m:rPr>
                            <m:sty m:val="p"/>
                          </m:rPr>
                          <a:rPr lang="en-US">
                            <a:solidFill>
                              <a:schemeClr val="bg1"/>
                            </a:solidFill>
                            <a:effectLst/>
                            <a:latin typeface="Cambria Math" panose="02040503050406030204" pitchFamily="18" charset="0"/>
                            <a:ea typeface="Calibri" panose="020F0502020204030204" pitchFamily="34" charset="0"/>
                            <a:cs typeface="Arial" panose="020B0604020202020204" pitchFamily="34" charset="0"/>
                          </a:rPr>
                          <m:t>FK</m:t>
                        </m:r>
                      </m:sup>
                    </m:sSup>
                  </m:oMath>
                </a14:m>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 Capacity)</a:t>
                </a:r>
                <a:endParaRPr lang="en-IL"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Font typeface="Wingdings" pitchFamily="2" charset="2"/>
                  <a:buChar char="v"/>
                </a:pP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Age group(</a:t>
                </a:r>
                <a:r>
                  <a:rPr lang="en-US" u="sng" dirty="0">
                    <a:solidFill>
                      <a:schemeClr val="bg1"/>
                    </a:solidFill>
                    <a:effectLst/>
                    <a:latin typeface="Calibri" panose="020F0502020204030204" pitchFamily="34" charset="0"/>
                    <a:ea typeface="Calibri" panose="020F0502020204030204" pitchFamily="34" charset="0"/>
                    <a:cs typeface="Arial" panose="020B0604020202020204" pitchFamily="34" charset="0"/>
                  </a:rPr>
                  <a:t>Age_group</a:t>
                </a: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a:t>
                </a:r>
                <a:r>
                  <a:rPr lang="en-US" u="sng" dirty="0">
                    <a:solidFill>
                      <a:schemeClr val="bg1"/>
                    </a:solidFill>
                    <a:effectLst/>
                    <a:latin typeface="Calibri" panose="020F0502020204030204" pitchFamily="34" charset="0"/>
                    <a:ea typeface="Calibri" panose="020F0502020204030204" pitchFamily="34" charset="0"/>
                    <a:cs typeface="Arial" panose="020B0604020202020204" pitchFamily="34" charset="0"/>
                  </a:rPr>
                  <a:t>Grade</a:t>
                </a: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a:t>
                </a:r>
                <a:endParaRPr lang="en-IL"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Font typeface="Wingdings" pitchFamily="2" charset="2"/>
                  <a:buChar char="v"/>
                </a:pP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Heat (</a:t>
                </a:r>
                <a:r>
                  <a:rPr lang="en-US" u="sng" dirty="0">
                    <a:solidFill>
                      <a:schemeClr val="bg1"/>
                    </a:solidFill>
                    <a:effectLst/>
                    <a:latin typeface="Calibri" panose="020F0502020204030204" pitchFamily="34" charset="0"/>
                    <a:ea typeface="Calibri" panose="020F0502020204030204" pitchFamily="34" charset="0"/>
                    <a:cs typeface="Arial" panose="020B0604020202020204" pitchFamily="34" charset="0"/>
                  </a:rPr>
                  <a:t>Heat_number</a:t>
                </a: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Sport, Age_group, Gender, </a:t>
                </a:r>
                <a14:m>
                  <m:oMath xmlns:m="http://schemas.openxmlformats.org/officeDocument/2006/math">
                    <m:sSup>
                      <m:sSupPr>
                        <m:ctrlPr>
                          <a:rPr lang="en-IL" i="1"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u="sng">
                            <a:solidFill>
                              <a:schemeClr val="bg1"/>
                            </a:solidFill>
                            <a:effectLst/>
                            <a:latin typeface="Cambria Math" panose="02040503050406030204" pitchFamily="18" charset="0"/>
                            <a:ea typeface="Calibri" panose="020F0502020204030204" pitchFamily="34" charset="0"/>
                            <a:cs typeface="Arial" panose="020B0604020202020204" pitchFamily="34" charset="0"/>
                          </a:rPr>
                          <m:t>Competition</m:t>
                        </m:r>
                        <m:r>
                          <a:rPr lang="en-US" u="sng">
                            <a:solidFill>
                              <a:schemeClr val="bg1"/>
                            </a:solidFill>
                            <a:effectLst/>
                            <a:latin typeface="Cambria Math" panose="02040503050406030204" pitchFamily="18" charset="0"/>
                            <a:ea typeface="Calibri" panose="020F0502020204030204" pitchFamily="34" charset="0"/>
                            <a:cs typeface="Arial" panose="020B0604020202020204" pitchFamily="34" charset="0"/>
                          </a:rPr>
                          <m:t>_</m:t>
                        </m:r>
                        <m:r>
                          <m:rPr>
                            <m:sty m:val="p"/>
                          </m:rPr>
                          <a:rPr lang="en-US" u="sng">
                            <a:solidFill>
                              <a:schemeClr val="bg1"/>
                            </a:solidFill>
                            <a:effectLst/>
                            <a:latin typeface="Cambria Math" panose="02040503050406030204" pitchFamily="18" charset="0"/>
                            <a:ea typeface="Calibri" panose="020F0502020204030204" pitchFamily="34" charset="0"/>
                            <a:cs typeface="Arial" panose="020B0604020202020204" pitchFamily="34" charset="0"/>
                          </a:rPr>
                          <m:t>id</m:t>
                        </m:r>
                        <m: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 </m:t>
                        </m:r>
                      </m:e>
                      <m:sup>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Times New Roman" panose="02020603050405020304" pitchFamily="18" charset="0"/>
                    <a:cs typeface="Arial" panose="020B0604020202020204" pitchFamily="34" charset="0"/>
                  </a:rPr>
                  <a:t>, Start_time,End_time)</a:t>
                </a:r>
                <a:endParaRPr lang="en-IL"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Font typeface="Wingdings" pitchFamily="2" charset="2"/>
                  <a:buChar char="v"/>
                </a:pPr>
                <a:r>
                  <a:rPr lang="en-US" dirty="0">
                    <a:solidFill>
                      <a:schemeClr val="bg1"/>
                    </a:solidFill>
                    <a:effectLst/>
                    <a:latin typeface="Calibri" panose="020F0502020204030204" pitchFamily="34" charset="0"/>
                    <a:ea typeface="Times New Roman" panose="02020603050405020304" pitchFamily="18" charset="0"/>
                    <a:cs typeface="Arial" panose="020B0604020202020204" pitchFamily="34" charset="0"/>
                  </a:rPr>
                  <a:t>Employee (</a:t>
                </a:r>
                <a:r>
                  <a:rPr lang="en-US" u="sng" dirty="0">
                    <a:solidFill>
                      <a:schemeClr val="bg1"/>
                    </a:solidFill>
                    <a:effectLst/>
                    <a:latin typeface="Calibri" panose="020F0502020204030204" pitchFamily="34" charset="0"/>
                    <a:ea typeface="Times New Roman" panose="02020603050405020304" pitchFamily="18" charset="0"/>
                    <a:cs typeface="Arial" panose="020B0604020202020204" pitchFamily="34" charset="0"/>
                  </a:rPr>
                  <a:t>Employee_id</a:t>
                </a:r>
                <a:r>
                  <a:rPr lang="en-US" dirty="0">
                    <a:solidFill>
                      <a:schemeClr val="bg1"/>
                    </a:solidFill>
                    <a:effectLst/>
                    <a:latin typeface="Calibri" panose="020F0502020204030204" pitchFamily="34" charset="0"/>
                    <a:ea typeface="Times New Roman" panose="02020603050405020304" pitchFamily="18" charset="0"/>
                    <a:cs typeface="Arial" panose="020B0604020202020204" pitchFamily="34" charset="0"/>
                  </a:rPr>
                  <a:t>, First_name, Last_name, Profession</a:t>
                </a: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Phone_number,Email,</a:t>
                </a:r>
                <a:r>
                  <a:rPr lang="en-US" dirty="0">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a:t> </a:t>
                </a:r>
                <a14:m>
                  <m:oMath xmlns:m="http://schemas.openxmlformats.org/officeDocument/2006/math">
                    <m:sSup>
                      <m:sSupPr>
                        <m:ctrlPr>
                          <a:rPr lang="en-IL" i="1">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a:solidFill>
                              <a:schemeClr val="bg1"/>
                            </a:solidFill>
                            <a:effectLst/>
                            <a:latin typeface="Cambria Math" panose="02040503050406030204" pitchFamily="18" charset="0"/>
                            <a:ea typeface="Calibri" panose="020F0502020204030204" pitchFamily="34" charset="0"/>
                            <a:cs typeface="Arial" panose="020B0604020202020204" pitchFamily="34" charset="0"/>
                          </a:rPr>
                          <m:t>Manager</m:t>
                        </m:r>
                        <m:r>
                          <a:rPr lang="en-US">
                            <a:solidFill>
                              <a:schemeClr val="bg1"/>
                            </a:solidFill>
                            <a:effectLst/>
                            <a:latin typeface="Cambria Math" panose="02040503050406030204" pitchFamily="18" charset="0"/>
                            <a:ea typeface="Calibri" panose="020F0502020204030204" pitchFamily="34" charset="0"/>
                            <a:cs typeface="Arial" panose="020B0604020202020204" pitchFamily="34" charset="0"/>
                          </a:rPr>
                          <m:t> </m:t>
                        </m:r>
                        <m:r>
                          <m:rPr>
                            <m:sty m:val="p"/>
                          </m:rPr>
                          <a:rPr lang="en-US">
                            <a:solidFill>
                              <a:schemeClr val="bg1"/>
                            </a:solidFill>
                            <a:effectLst/>
                            <a:latin typeface="Cambria Math" panose="02040503050406030204" pitchFamily="18" charset="0"/>
                            <a:ea typeface="Calibri" panose="020F0502020204030204" pitchFamily="34" charset="0"/>
                            <a:cs typeface="Arial" panose="020B0604020202020204" pitchFamily="34" charset="0"/>
                          </a:rPr>
                          <m:t>id</m:t>
                        </m:r>
                      </m:e>
                      <m:sup>
                        <m:r>
                          <m:rPr>
                            <m:sty m:val="p"/>
                          </m:rPr>
                          <a:rPr lang="en-US">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Times New Roman" panose="02020603050405020304" pitchFamily="18" charset="0"/>
                    <a:cs typeface="Arial" panose="020B0604020202020204" pitchFamily="34" charset="0"/>
                  </a:rPr>
                  <a:t>, Start_date,End_date)</a:t>
                </a: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a:t>
                </a:r>
                <a:endParaRPr lang="en-IL"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Font typeface="Wingdings" pitchFamily="2" charset="2"/>
                  <a:buChar char="v"/>
                </a:pP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Competing athlete (</a:t>
                </a:r>
                <a14:m>
                  <m:oMath xmlns:m="http://schemas.openxmlformats.org/officeDocument/2006/math">
                    <m:sSup>
                      <m:sSupPr>
                        <m:ctrlPr>
                          <a:rPr lang="en-IL" i="1"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u="sng">
                            <a:solidFill>
                              <a:schemeClr val="bg1"/>
                            </a:solidFill>
                            <a:effectLst/>
                            <a:latin typeface="Cambria Math" panose="02040503050406030204" pitchFamily="18" charset="0"/>
                            <a:ea typeface="Calibri" panose="020F0502020204030204" pitchFamily="34" charset="0"/>
                            <a:cs typeface="Arial" panose="020B0604020202020204" pitchFamily="34" charset="0"/>
                          </a:rPr>
                          <m:t>Athlete</m:t>
                        </m:r>
                        <m:r>
                          <a:rPr lang="en-US" u="sng">
                            <a:solidFill>
                              <a:schemeClr val="bg1"/>
                            </a:solidFill>
                            <a:effectLst/>
                            <a:latin typeface="Cambria Math" panose="02040503050406030204" pitchFamily="18" charset="0"/>
                            <a:ea typeface="Calibri" panose="020F0502020204030204" pitchFamily="34" charset="0"/>
                            <a:cs typeface="Arial" panose="020B0604020202020204" pitchFamily="34" charset="0"/>
                          </a:rPr>
                          <m:t>_</m:t>
                        </m:r>
                        <m:r>
                          <m:rPr>
                            <m:sty m:val="p"/>
                          </m:rPr>
                          <a:rPr lang="en-US" u="sng">
                            <a:solidFill>
                              <a:schemeClr val="bg1"/>
                            </a:solidFill>
                            <a:effectLst/>
                            <a:latin typeface="Cambria Math" panose="02040503050406030204" pitchFamily="18" charset="0"/>
                            <a:ea typeface="Calibri" panose="020F0502020204030204" pitchFamily="34" charset="0"/>
                            <a:cs typeface="Arial" panose="020B0604020202020204" pitchFamily="34" charset="0"/>
                          </a:rPr>
                          <m:t>id</m:t>
                        </m:r>
                      </m:e>
                      <m:sup>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Times New Roman" panose="02020603050405020304" pitchFamily="18" charset="0"/>
                    <a:cs typeface="Arial" panose="020B0604020202020204" pitchFamily="34" charset="0"/>
                  </a:rPr>
                  <a:t> , </a:t>
                </a:r>
                <a14:m>
                  <m:oMath xmlns:m="http://schemas.openxmlformats.org/officeDocument/2006/math">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Competition</m:t>
                    </m:r>
                    <m: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_</m:t>
                    </m:r>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i</m:t>
                    </m:r>
                    <m:sSup>
                      <m:sSupPr>
                        <m:ctrlPr>
                          <a:rPr lang="en-IL" i="1"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d</m:t>
                        </m:r>
                      </m:e>
                      <m:sup>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a:t>
                </a:r>
                <a:endParaRPr lang="en-IL"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Font typeface="Wingdings" pitchFamily="2" charset="2"/>
                  <a:buChar char="v"/>
                </a:pP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Sport of athlete (</a:t>
                </a:r>
                <a:r>
                  <a:rPr lang="en-US" u="sng" dirty="0">
                    <a:solidFill>
                      <a:schemeClr val="bg1"/>
                    </a:solidFill>
                    <a:effectLst/>
                    <a:latin typeface="Calibri" panose="020F0502020204030204" pitchFamily="34" charset="0"/>
                    <a:ea typeface="Calibri" panose="020F0502020204030204" pitchFamily="34" charset="0"/>
                    <a:cs typeface="Arial" panose="020B0604020202020204" pitchFamily="34" charset="0"/>
                  </a:rPr>
                  <a:t>Sport_name</a:t>
                </a: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a:t>
                </a:r>
                <a14:m>
                  <m:oMath xmlns:m="http://schemas.openxmlformats.org/officeDocument/2006/math">
                    <m:sSup>
                      <m:sSupPr>
                        <m:ctrlPr>
                          <a:rPr lang="en-IL" i="1"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u="sng">
                            <a:solidFill>
                              <a:schemeClr val="bg1"/>
                            </a:solidFill>
                            <a:effectLst/>
                            <a:latin typeface="Cambria Math" panose="02040503050406030204" pitchFamily="18" charset="0"/>
                            <a:ea typeface="Calibri" panose="020F0502020204030204" pitchFamily="34" charset="0"/>
                            <a:cs typeface="Arial" panose="020B0604020202020204" pitchFamily="34" charset="0"/>
                          </a:rPr>
                          <m:t>Athlete</m:t>
                        </m:r>
                        <m:r>
                          <a:rPr lang="en-US" u="sng">
                            <a:solidFill>
                              <a:schemeClr val="bg1"/>
                            </a:solidFill>
                            <a:effectLst/>
                            <a:latin typeface="Cambria Math" panose="02040503050406030204" pitchFamily="18" charset="0"/>
                            <a:ea typeface="Calibri" panose="020F0502020204030204" pitchFamily="34" charset="0"/>
                            <a:cs typeface="Arial" panose="020B0604020202020204" pitchFamily="34" charset="0"/>
                          </a:rPr>
                          <m:t>_</m:t>
                        </m:r>
                        <m:r>
                          <m:rPr>
                            <m:sty m:val="p"/>
                          </m:rPr>
                          <a:rPr lang="en-US" u="sng">
                            <a:solidFill>
                              <a:schemeClr val="bg1"/>
                            </a:solidFill>
                            <a:effectLst/>
                            <a:latin typeface="Cambria Math" panose="02040503050406030204" pitchFamily="18" charset="0"/>
                            <a:ea typeface="Calibri" panose="020F0502020204030204" pitchFamily="34" charset="0"/>
                            <a:cs typeface="Arial" panose="020B0604020202020204" pitchFamily="34" charset="0"/>
                          </a:rPr>
                          <m:t>id</m:t>
                        </m:r>
                      </m:e>
                      <m:sup>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a:t>
                </a:r>
                <a:endParaRPr lang="en-IL"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Font typeface="Wingdings" pitchFamily="2" charset="2"/>
                  <a:buChar char="v"/>
                </a:pP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District of competition (</a:t>
                </a:r>
                <a14:m>
                  <m:oMath xmlns:m="http://schemas.openxmlformats.org/officeDocument/2006/math">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Competition</m:t>
                    </m:r>
                    <m: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_</m:t>
                    </m:r>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i</m:t>
                    </m:r>
                    <m:sSup>
                      <m:sSupPr>
                        <m:ctrlPr>
                          <a:rPr lang="en-IL" i="1"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d</m:t>
                        </m:r>
                      </m:e>
                      <m:sup>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 </a:t>
                </a:r>
                <a:r>
                  <a:rPr lang="en-US" u="sng" dirty="0">
                    <a:solidFill>
                      <a:schemeClr val="bg1"/>
                    </a:solidFill>
                    <a:effectLst/>
                    <a:latin typeface="Calibri" panose="020F0502020204030204" pitchFamily="34" charset="0"/>
                    <a:ea typeface="Calibri" panose="020F0502020204030204" pitchFamily="34" charset="0"/>
                    <a:cs typeface="Arial" panose="020B0604020202020204" pitchFamily="34" charset="0"/>
                  </a:rPr>
                  <a:t>District</a:t>
                </a: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a:t>
                </a:r>
                <a:endParaRPr lang="en-IL"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Font typeface="Wingdings" pitchFamily="2" charset="2"/>
                  <a:buChar char="v"/>
                </a:pP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Running results (</a:t>
                </a:r>
                <a14:m>
                  <m:oMath xmlns:m="http://schemas.openxmlformats.org/officeDocument/2006/math">
                    <m:sSup>
                      <m:sSupPr>
                        <m:ctrlPr>
                          <a:rPr lang="en-IL" i="1"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Heat</m:t>
                        </m:r>
                        <m: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_</m:t>
                        </m:r>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number</m:t>
                        </m:r>
                      </m:e>
                      <m:sup>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  </a:t>
                </a:r>
                <a14:m>
                  <m:oMath xmlns:m="http://schemas.openxmlformats.org/officeDocument/2006/math">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Competition</m:t>
                    </m:r>
                    <m: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_</m:t>
                    </m:r>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i</m:t>
                    </m:r>
                    <m:sSup>
                      <m:sSupPr>
                        <m:ctrlPr>
                          <a:rPr lang="en-IL" i="1"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d</m:t>
                        </m:r>
                      </m:e>
                      <m:sup>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 </a:t>
                </a:r>
                <a14:m>
                  <m:oMath xmlns:m="http://schemas.openxmlformats.org/officeDocument/2006/math">
                    <m:sSup>
                      <m:sSupPr>
                        <m:ctrlPr>
                          <a:rPr lang="en-IL" i="1"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u="sng">
                            <a:solidFill>
                              <a:schemeClr val="bg1"/>
                            </a:solidFill>
                            <a:effectLst/>
                            <a:latin typeface="Cambria Math" panose="02040503050406030204" pitchFamily="18" charset="0"/>
                            <a:ea typeface="Calibri" panose="020F0502020204030204" pitchFamily="34" charset="0"/>
                            <a:cs typeface="Arial" panose="020B0604020202020204" pitchFamily="34" charset="0"/>
                          </a:rPr>
                          <m:t>Athlete</m:t>
                        </m:r>
                        <m:r>
                          <a:rPr lang="en-US" u="sng">
                            <a:solidFill>
                              <a:schemeClr val="bg1"/>
                            </a:solidFill>
                            <a:effectLst/>
                            <a:latin typeface="Cambria Math" panose="02040503050406030204" pitchFamily="18" charset="0"/>
                            <a:ea typeface="Calibri" panose="020F0502020204030204" pitchFamily="34" charset="0"/>
                            <a:cs typeface="Arial" panose="020B0604020202020204" pitchFamily="34" charset="0"/>
                          </a:rPr>
                          <m:t> </m:t>
                        </m:r>
                        <m:r>
                          <m:rPr>
                            <m:sty m:val="p"/>
                          </m:rPr>
                          <a:rPr lang="en-US" u="sng">
                            <a:solidFill>
                              <a:schemeClr val="bg1"/>
                            </a:solidFill>
                            <a:effectLst/>
                            <a:latin typeface="Cambria Math" panose="02040503050406030204" pitchFamily="18" charset="0"/>
                            <a:ea typeface="Calibri" panose="020F0502020204030204" pitchFamily="34" charset="0"/>
                            <a:cs typeface="Arial" panose="020B0604020202020204" pitchFamily="34" charset="0"/>
                          </a:rPr>
                          <m:t>id</m:t>
                        </m:r>
                      </m:e>
                      <m:sup>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 Result)</a:t>
                </a:r>
                <a:endParaRPr lang="en-IL"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Font typeface="Wingdings" pitchFamily="2" charset="2"/>
                  <a:buChar char="v"/>
                </a:pP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Jumping results (</a:t>
                </a:r>
                <a14:m>
                  <m:oMath xmlns:m="http://schemas.openxmlformats.org/officeDocument/2006/math">
                    <m:sSup>
                      <m:sSupPr>
                        <m:ctrlPr>
                          <a:rPr lang="en-IL" i="1"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Heat</m:t>
                        </m:r>
                        <m: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_</m:t>
                        </m:r>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number</m:t>
                        </m:r>
                      </m:e>
                      <m:sup>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  </a:t>
                </a:r>
                <a14:m>
                  <m:oMath xmlns:m="http://schemas.openxmlformats.org/officeDocument/2006/math">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Competition</m:t>
                    </m:r>
                    <m: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_</m:t>
                    </m:r>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i</m:t>
                    </m:r>
                    <m:sSup>
                      <m:sSupPr>
                        <m:ctrlPr>
                          <a:rPr lang="en-IL" i="1"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d</m:t>
                        </m:r>
                      </m:e>
                      <m:sup>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 </a:t>
                </a:r>
                <a14:m>
                  <m:oMath xmlns:m="http://schemas.openxmlformats.org/officeDocument/2006/math">
                    <m:sSup>
                      <m:sSupPr>
                        <m:ctrlPr>
                          <a:rPr lang="en-IL" i="1"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u="sng">
                            <a:solidFill>
                              <a:schemeClr val="bg1"/>
                            </a:solidFill>
                            <a:effectLst/>
                            <a:latin typeface="Cambria Math" panose="02040503050406030204" pitchFamily="18" charset="0"/>
                            <a:ea typeface="Calibri" panose="020F0502020204030204" pitchFamily="34" charset="0"/>
                            <a:cs typeface="Arial" panose="020B0604020202020204" pitchFamily="34" charset="0"/>
                          </a:rPr>
                          <m:t>Athlete</m:t>
                        </m:r>
                        <m:r>
                          <a:rPr lang="en-US" u="sng">
                            <a:solidFill>
                              <a:schemeClr val="bg1"/>
                            </a:solidFill>
                            <a:effectLst/>
                            <a:latin typeface="Cambria Math" panose="02040503050406030204" pitchFamily="18" charset="0"/>
                            <a:ea typeface="Calibri" panose="020F0502020204030204" pitchFamily="34" charset="0"/>
                            <a:cs typeface="Arial" panose="020B0604020202020204" pitchFamily="34" charset="0"/>
                          </a:rPr>
                          <m:t> </m:t>
                        </m:r>
                        <m:r>
                          <m:rPr>
                            <m:sty m:val="p"/>
                          </m:rPr>
                          <a:rPr lang="en-US" u="sng">
                            <a:solidFill>
                              <a:schemeClr val="bg1"/>
                            </a:solidFill>
                            <a:effectLst/>
                            <a:latin typeface="Cambria Math" panose="02040503050406030204" pitchFamily="18" charset="0"/>
                            <a:ea typeface="Calibri" panose="020F0502020204030204" pitchFamily="34" charset="0"/>
                            <a:cs typeface="Arial" panose="020B0604020202020204" pitchFamily="34" charset="0"/>
                          </a:rPr>
                          <m:t>id</m:t>
                        </m:r>
                      </m:e>
                      <m:sup>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 Result)</a:t>
                </a:r>
                <a:endParaRPr lang="en-IL"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Font typeface="Wingdings" pitchFamily="2" charset="2"/>
                  <a:buChar char="v"/>
                </a:pPr>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Referee of competition ( </a:t>
                </a:r>
                <a14:m>
                  <m:oMath xmlns:m="http://schemas.openxmlformats.org/officeDocument/2006/math">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Competition</m:t>
                    </m:r>
                    <m: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_</m:t>
                    </m:r>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i</m:t>
                    </m:r>
                    <m:sSup>
                      <m:sSupPr>
                        <m:ctrlPr>
                          <a:rPr lang="en-IL" i="1"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d</m:t>
                        </m:r>
                      </m:e>
                      <m:sup>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 , </a:t>
                </a:r>
                <a14:m>
                  <m:oMath xmlns:m="http://schemas.openxmlformats.org/officeDocument/2006/math">
                    <m:sSup>
                      <m:sSupPr>
                        <m:ctrlPr>
                          <a:rPr lang="en-IL" i="1"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ctrlPr>
                      </m:sSupPr>
                      <m:e>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Referee</m:t>
                        </m:r>
                        <m: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_</m:t>
                        </m:r>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id</m:t>
                        </m:r>
                      </m:e>
                      <m:sup>
                        <m:r>
                          <m:rPr>
                            <m:sty m:val="p"/>
                          </m:rPr>
                          <a:rPr lang="en-US" u="sng">
                            <a:solidFill>
                              <a:schemeClr val="bg1"/>
                            </a:solidFill>
                            <a:effectLst/>
                            <a:latin typeface="Cambria Math" panose="02040503050406030204" pitchFamily="18" charset="0"/>
                            <a:ea typeface="Times New Roman" panose="02020603050405020304" pitchFamily="18" charset="0"/>
                            <a:cs typeface="Arial" panose="020B0604020202020204" pitchFamily="34" charset="0"/>
                          </a:rPr>
                          <m:t>FK</m:t>
                        </m:r>
                      </m:sup>
                    </m:sSup>
                  </m:oMath>
                </a14:m>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a:t>
                </a:r>
                <a:endParaRPr lang="en-IL"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228600" indent="-228600" algn="l" defTabSz="914400" rtl="0" eaLnBrk="1" latinLnBrk="0" hangingPunct="1">
                  <a:lnSpc>
                    <a:spcPct val="90000"/>
                  </a:lnSpc>
                  <a:spcBef>
                    <a:spcPts val="1000"/>
                  </a:spcBef>
                  <a:buFont typeface="Arial" panose="020B0604020202020204" pitchFamily="34" charset="0"/>
                  <a:buChar char="•"/>
                </a:pPr>
                <a:endParaRPr lang="en-IL" dirty="0"/>
              </a:p>
            </p:txBody>
          </p:sp>
        </mc:Choice>
        <mc:Fallback>
          <p:sp>
            <p:nvSpPr>
              <p:cNvPr id="3" name="Content Placeholder 2">
                <a:extLst>
                  <a:ext uri="{FF2B5EF4-FFF2-40B4-BE49-F238E27FC236}">
                    <a16:creationId xmlns:a16="http://schemas.microsoft.com/office/drawing/2014/main" id="{1DCAF80B-852F-121B-4C77-AE85401D62E9}"/>
                  </a:ext>
                </a:extLst>
              </p:cNvPr>
              <p:cNvSpPr>
                <a:spLocks noGrp="1" noRot="1" noChangeAspect="1" noMove="1" noResize="1" noEditPoints="1" noAdjustHandles="1" noChangeArrowheads="1" noChangeShapeType="1" noTextEdit="1"/>
              </p:cNvSpPr>
              <p:nvPr>
                <p:ph idx="1"/>
              </p:nvPr>
            </p:nvSpPr>
            <p:spPr>
              <a:xfrm>
                <a:off x="838200" y="1441682"/>
                <a:ext cx="6577117" cy="4735281"/>
              </a:xfrm>
              <a:blipFill>
                <a:blip r:embed="rId2"/>
                <a:stretch>
                  <a:fillRect/>
                </a:stretch>
              </a:blipFill>
            </p:spPr>
            <p:txBody>
              <a:bodyPr/>
              <a:lstStyle/>
              <a:p>
                <a:r>
                  <a:rPr lang="en-IL">
                    <a:noFill/>
                  </a:rPr>
                  <a:t> </a:t>
                </a:r>
              </a:p>
            </p:txBody>
          </p:sp>
        </mc:Fallback>
      </mc:AlternateContent>
      <p:sp>
        <p:nvSpPr>
          <p:cNvPr id="4" name="Title 1">
            <a:extLst>
              <a:ext uri="{FF2B5EF4-FFF2-40B4-BE49-F238E27FC236}">
                <a16:creationId xmlns:a16="http://schemas.microsoft.com/office/drawing/2014/main" id="{BF5F8AB6-72F6-0F48-6C01-4572FD2971F1}"/>
              </a:ext>
            </a:extLst>
          </p:cNvPr>
          <p:cNvSpPr>
            <a:spLocks noGrp="1"/>
          </p:cNvSpPr>
          <p:nvPr>
            <p:ph type="title"/>
          </p:nvPr>
        </p:nvSpPr>
        <p:spPr/>
        <p:txBody>
          <a:bodyPr>
            <a:normAutofit/>
          </a:bodyPr>
          <a:lstStyle/>
          <a:p>
            <a:pPr algn="ctr"/>
            <a:r>
              <a:rPr lang="he-IL" sz="2800" dirty="0">
                <a:solidFill>
                  <a:schemeClr val="bg1"/>
                </a:solidFill>
              </a:rPr>
              <a:t>תיאור טבלאות</a:t>
            </a:r>
            <a:endParaRPr lang="en-IL" sz="2800" dirty="0">
              <a:solidFill>
                <a:schemeClr val="bg1"/>
              </a:solidFill>
            </a:endParaRPr>
          </a:p>
        </p:txBody>
      </p:sp>
      <p:sp>
        <p:nvSpPr>
          <p:cNvPr id="5" name="Slide Number Placeholder 4">
            <a:extLst>
              <a:ext uri="{FF2B5EF4-FFF2-40B4-BE49-F238E27FC236}">
                <a16:creationId xmlns:a16="http://schemas.microsoft.com/office/drawing/2014/main" id="{07049643-CD84-51EC-75FA-D0D31F3A3F76}"/>
              </a:ext>
            </a:extLst>
          </p:cNvPr>
          <p:cNvSpPr>
            <a:spLocks noGrp="1"/>
          </p:cNvSpPr>
          <p:nvPr>
            <p:ph type="sldNum" sz="quarter" idx="12"/>
          </p:nvPr>
        </p:nvSpPr>
        <p:spPr/>
        <p:txBody>
          <a:bodyPr/>
          <a:lstStyle/>
          <a:p>
            <a:fld id="{8BBF3FFD-AC03-094B-B961-9EAA7FA243E8}" type="slidenum">
              <a:rPr lang="en-IL" smtClean="0">
                <a:solidFill>
                  <a:srgbClr val="FFC000"/>
                </a:solidFill>
              </a:rPr>
              <a:t>10</a:t>
            </a:fld>
            <a:endParaRPr lang="en-IL">
              <a:solidFill>
                <a:srgbClr val="FFC000"/>
              </a:solidFill>
            </a:endParaRPr>
          </a:p>
        </p:txBody>
      </p:sp>
    </p:spTree>
    <p:extLst>
      <p:ext uri="{BB962C8B-B14F-4D97-AF65-F5344CB8AC3E}">
        <p14:creationId xmlns:p14="http://schemas.microsoft.com/office/powerpoint/2010/main" val="2992440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E60BD-D848-5C87-E933-10A7EB9A6CC0}"/>
              </a:ext>
            </a:extLst>
          </p:cNvPr>
          <p:cNvSpPr>
            <a:spLocks noGrp="1"/>
          </p:cNvSpPr>
          <p:nvPr>
            <p:ph type="title"/>
          </p:nvPr>
        </p:nvSpPr>
        <p:spPr/>
        <p:txBody>
          <a:bodyPr/>
          <a:lstStyle/>
          <a:p>
            <a:pPr algn="ctr"/>
            <a:r>
              <a:rPr lang="en-US" dirty="0">
                <a:solidFill>
                  <a:schemeClr val="bg1"/>
                </a:solidFill>
                <a:cs typeface="+mn-cs"/>
              </a:rPr>
              <a:t>DDL </a:t>
            </a:r>
            <a:r>
              <a:rPr lang="he-IL" dirty="0">
                <a:solidFill>
                  <a:schemeClr val="bg1"/>
                </a:solidFill>
                <a:cs typeface="+mn-cs"/>
              </a:rPr>
              <a:t>פקודות</a:t>
            </a:r>
            <a:endParaRPr lang="en-IL" dirty="0">
              <a:solidFill>
                <a:schemeClr val="bg1"/>
              </a:solidFill>
            </a:endParaRPr>
          </a:p>
        </p:txBody>
      </p:sp>
      <p:sp>
        <p:nvSpPr>
          <p:cNvPr id="3" name="Content Placeholder 2">
            <a:extLst>
              <a:ext uri="{FF2B5EF4-FFF2-40B4-BE49-F238E27FC236}">
                <a16:creationId xmlns:a16="http://schemas.microsoft.com/office/drawing/2014/main" id="{D205C9A4-EC64-1853-C1C7-0CA5E3ACA1D9}"/>
              </a:ext>
            </a:extLst>
          </p:cNvPr>
          <p:cNvSpPr>
            <a:spLocks noGrp="1"/>
          </p:cNvSpPr>
          <p:nvPr>
            <p:ph idx="1"/>
          </p:nvPr>
        </p:nvSpPr>
        <p:spPr/>
        <p:txBody>
          <a:bodyPr>
            <a:normAutofit/>
          </a:bodyPr>
          <a:lstStyle/>
          <a:p>
            <a:pPr marL="0" indent="0" algn="r" defTabSz="914400" rtl="1" eaLnBrk="1" latinLnBrk="0" hangingPunct="1">
              <a:lnSpc>
                <a:spcPct val="90000"/>
              </a:lnSpc>
              <a:spcBef>
                <a:spcPts val="1000"/>
              </a:spcBef>
              <a:buFont typeface="Arial" panose="020B0604020202020204" pitchFamily="34" charset="0"/>
              <a:buNone/>
            </a:pPr>
            <a:r>
              <a:rPr lang="he-IL" sz="1600" dirty="0">
                <a:solidFill>
                  <a:srgbClr val="FFC000"/>
                </a:solidFill>
              </a:rPr>
              <a:t>מטרת הפקודה: </a:t>
            </a:r>
            <a:r>
              <a:rPr lang="he-IL" sz="1600" dirty="0">
                <a:solidFill>
                  <a:schemeClr val="bg1"/>
                </a:solidFill>
              </a:rPr>
              <a:t>לוודא שלפני שהופכים שופט ל ״יושב ראש השופטים״ צריך שיהיה לשופט לפחות 20 שנות ניסיון.</a:t>
            </a:r>
          </a:p>
          <a:p>
            <a:pPr marL="0" indent="0" algn="r" defTabSz="914400" rtl="1" eaLnBrk="1" latinLnBrk="0" hangingPunct="1">
              <a:lnSpc>
                <a:spcPct val="90000"/>
              </a:lnSpc>
              <a:spcBef>
                <a:spcPts val="1000"/>
              </a:spcBef>
              <a:buFont typeface="Arial" panose="020B0604020202020204" pitchFamily="34" charset="0"/>
              <a:buNone/>
            </a:pPr>
            <a:endParaRPr lang="he-IL" sz="1600" dirty="0">
              <a:solidFill>
                <a:schemeClr val="bg1"/>
              </a:solidFill>
            </a:endParaRPr>
          </a:p>
          <a:p>
            <a:pPr marL="0" indent="0" algn="r" defTabSz="914400" rtl="1" eaLnBrk="1" latinLnBrk="0" hangingPunct="1">
              <a:lnSpc>
                <a:spcPct val="90000"/>
              </a:lnSpc>
              <a:spcBef>
                <a:spcPts val="1000"/>
              </a:spcBef>
              <a:buFont typeface="Arial" panose="020B0604020202020204" pitchFamily="34" charset="0"/>
              <a:buNone/>
            </a:pPr>
            <a:r>
              <a:rPr lang="he-IL" sz="1600" dirty="0">
                <a:solidFill>
                  <a:srgbClr val="FFC000"/>
                </a:solidFill>
              </a:rPr>
              <a:t>מבצע הפקודה: </a:t>
            </a:r>
            <a:r>
              <a:rPr lang="he-IL" sz="1600" dirty="0">
                <a:solidFill>
                  <a:schemeClr val="bg1"/>
                </a:solidFill>
              </a:rPr>
              <a:t>התאחדות הספורט לבתי הספר בישראל.</a:t>
            </a:r>
          </a:p>
          <a:p>
            <a:pPr marL="0" indent="0" algn="r" defTabSz="914400" rtl="1" eaLnBrk="1" latinLnBrk="0" hangingPunct="1">
              <a:lnSpc>
                <a:spcPct val="90000"/>
              </a:lnSpc>
              <a:spcBef>
                <a:spcPts val="1000"/>
              </a:spcBef>
              <a:buFont typeface="Arial" panose="020B0604020202020204" pitchFamily="34" charset="0"/>
              <a:buNone/>
            </a:pPr>
            <a:endParaRPr lang="he-IL" sz="1600" dirty="0">
              <a:solidFill>
                <a:schemeClr val="bg1"/>
              </a:solidFill>
            </a:endParaRPr>
          </a:p>
          <a:p>
            <a:pPr marL="0" indent="0" algn="r" defTabSz="914400" rtl="1" eaLnBrk="1" latinLnBrk="0" hangingPunct="1">
              <a:lnSpc>
                <a:spcPct val="90000"/>
              </a:lnSpc>
              <a:spcBef>
                <a:spcPts val="1000"/>
              </a:spcBef>
              <a:buFont typeface="Arial" panose="020B0604020202020204" pitchFamily="34" charset="0"/>
              <a:buNone/>
            </a:pPr>
            <a:endParaRPr lang="en-IL" sz="1600" dirty="0">
              <a:solidFill>
                <a:schemeClr val="bg1"/>
              </a:solidFill>
            </a:endParaRPr>
          </a:p>
        </p:txBody>
      </p:sp>
      <p:pic>
        <p:nvPicPr>
          <p:cNvPr id="5" name="Picture 4">
            <a:extLst>
              <a:ext uri="{FF2B5EF4-FFF2-40B4-BE49-F238E27FC236}">
                <a16:creationId xmlns:a16="http://schemas.microsoft.com/office/drawing/2014/main" id="{80E7E9B5-3009-EBA5-FE74-3B3AA11A2F9E}"/>
              </a:ext>
            </a:extLst>
          </p:cNvPr>
          <p:cNvPicPr>
            <a:picLocks noChangeAspect="1"/>
          </p:cNvPicPr>
          <p:nvPr/>
        </p:nvPicPr>
        <p:blipFill>
          <a:blip r:embed="rId2"/>
          <a:stretch>
            <a:fillRect/>
          </a:stretch>
        </p:blipFill>
        <p:spPr>
          <a:xfrm>
            <a:off x="1000898" y="3429000"/>
            <a:ext cx="8173754" cy="2067479"/>
          </a:xfrm>
          <a:prstGeom prst="rect">
            <a:avLst/>
          </a:prstGeom>
        </p:spPr>
      </p:pic>
      <p:sp>
        <p:nvSpPr>
          <p:cNvPr id="4" name="Slide Number Placeholder 3">
            <a:extLst>
              <a:ext uri="{FF2B5EF4-FFF2-40B4-BE49-F238E27FC236}">
                <a16:creationId xmlns:a16="http://schemas.microsoft.com/office/drawing/2014/main" id="{53034620-60CA-D13F-E321-BE12D5B8867B}"/>
              </a:ext>
            </a:extLst>
          </p:cNvPr>
          <p:cNvSpPr>
            <a:spLocks noGrp="1"/>
          </p:cNvSpPr>
          <p:nvPr>
            <p:ph type="sldNum" sz="quarter" idx="12"/>
          </p:nvPr>
        </p:nvSpPr>
        <p:spPr/>
        <p:txBody>
          <a:bodyPr/>
          <a:lstStyle/>
          <a:p>
            <a:fld id="{8BBF3FFD-AC03-094B-B961-9EAA7FA243E8}" type="slidenum">
              <a:rPr lang="en-IL" smtClean="0">
                <a:solidFill>
                  <a:srgbClr val="FFC000"/>
                </a:solidFill>
              </a:rPr>
              <a:t>11</a:t>
            </a:fld>
            <a:endParaRPr lang="en-IL" dirty="0">
              <a:solidFill>
                <a:srgbClr val="FFC000"/>
              </a:solidFill>
            </a:endParaRPr>
          </a:p>
        </p:txBody>
      </p:sp>
    </p:spTree>
    <p:extLst>
      <p:ext uri="{BB962C8B-B14F-4D97-AF65-F5344CB8AC3E}">
        <p14:creationId xmlns:p14="http://schemas.microsoft.com/office/powerpoint/2010/main" val="553721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EDECC9-BEA4-276A-A27E-F395C6D18E97}"/>
              </a:ext>
            </a:extLst>
          </p:cNvPr>
          <p:cNvSpPr>
            <a:spLocks noGrp="1"/>
          </p:cNvSpPr>
          <p:nvPr>
            <p:ph idx="1"/>
          </p:nvPr>
        </p:nvSpPr>
        <p:spPr/>
        <p:txBody>
          <a:bodyPr>
            <a:normAutofit/>
          </a:bodyPr>
          <a:lstStyle/>
          <a:p>
            <a:pPr marL="0" indent="0" algn="r" defTabSz="914400" rtl="1" eaLnBrk="1" latinLnBrk="0" hangingPunct="1">
              <a:lnSpc>
                <a:spcPct val="90000"/>
              </a:lnSpc>
              <a:spcBef>
                <a:spcPts val="1000"/>
              </a:spcBef>
              <a:buNone/>
            </a:pPr>
            <a:r>
              <a:rPr lang="he-IL" sz="1600" dirty="0">
                <a:solidFill>
                  <a:srgbClr val="FFC000"/>
                </a:solidFill>
              </a:rPr>
              <a:t>מטרת הפקודה: </a:t>
            </a:r>
            <a:r>
              <a:rPr lang="he-IL" sz="1600" dirty="0">
                <a:solidFill>
                  <a:schemeClr val="bg1"/>
                </a:solidFill>
              </a:rPr>
              <a:t>לשמור מידע על עובדים שהפסיקו לעבוד וכבר לא במערכת.</a:t>
            </a:r>
          </a:p>
          <a:p>
            <a:pPr marL="0" indent="0" algn="r" defTabSz="914400" rtl="1" eaLnBrk="1" latinLnBrk="0" hangingPunct="1">
              <a:lnSpc>
                <a:spcPct val="90000"/>
              </a:lnSpc>
              <a:spcBef>
                <a:spcPts val="1000"/>
              </a:spcBef>
              <a:buNone/>
            </a:pPr>
            <a:endParaRPr lang="he-IL" sz="1600" dirty="0">
              <a:solidFill>
                <a:schemeClr val="bg1"/>
              </a:solidFill>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he-IL" sz="1600" dirty="0">
                <a:solidFill>
                  <a:schemeClr val="bg1"/>
                </a:solidFill>
              </a:rPr>
              <a:t>התאחדות הספורט לבתי הספר בישראל.</a:t>
            </a:r>
          </a:p>
          <a:p>
            <a:pPr marL="0" indent="0" algn="r" defTabSz="914400" rtl="1" eaLnBrk="1" latinLnBrk="0" hangingPunct="1">
              <a:lnSpc>
                <a:spcPct val="90000"/>
              </a:lnSpc>
              <a:spcBef>
                <a:spcPts val="1000"/>
              </a:spcBef>
              <a:buNone/>
            </a:pPr>
            <a:endParaRPr lang="en-IL" sz="1600" dirty="0">
              <a:solidFill>
                <a:schemeClr val="bg1"/>
              </a:solidFill>
            </a:endParaRPr>
          </a:p>
        </p:txBody>
      </p:sp>
      <p:pic>
        <p:nvPicPr>
          <p:cNvPr id="5" name="Picture 4">
            <a:extLst>
              <a:ext uri="{FF2B5EF4-FFF2-40B4-BE49-F238E27FC236}">
                <a16:creationId xmlns:a16="http://schemas.microsoft.com/office/drawing/2014/main" id="{DA5E36C6-260A-AF32-A531-DB70555D1166}"/>
              </a:ext>
            </a:extLst>
          </p:cNvPr>
          <p:cNvPicPr>
            <a:picLocks noChangeAspect="1"/>
          </p:cNvPicPr>
          <p:nvPr/>
        </p:nvPicPr>
        <p:blipFill>
          <a:blip r:embed="rId2"/>
          <a:stretch>
            <a:fillRect/>
          </a:stretch>
        </p:blipFill>
        <p:spPr>
          <a:xfrm>
            <a:off x="838200" y="3429001"/>
            <a:ext cx="8799372" cy="1867532"/>
          </a:xfrm>
          <a:prstGeom prst="rect">
            <a:avLst/>
          </a:prstGeom>
        </p:spPr>
      </p:pic>
      <p:sp>
        <p:nvSpPr>
          <p:cNvPr id="6" name="Title 1">
            <a:extLst>
              <a:ext uri="{FF2B5EF4-FFF2-40B4-BE49-F238E27FC236}">
                <a16:creationId xmlns:a16="http://schemas.microsoft.com/office/drawing/2014/main" id="{81E11EB3-D996-A6BB-810B-DF0B2C55A6C4}"/>
              </a:ext>
            </a:extLst>
          </p:cNvPr>
          <p:cNvSpPr txBox="1">
            <a:spLocks/>
          </p:cNvSpPr>
          <p:nvPr/>
        </p:nvSpPr>
        <p:spPr>
          <a:xfrm>
            <a:off x="669324" y="36115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solidFill>
                  <a:schemeClr val="bg1"/>
                </a:solidFill>
                <a:cs typeface="+mn-cs"/>
              </a:rPr>
              <a:t>DDL </a:t>
            </a:r>
            <a:r>
              <a:rPr lang="he-IL" dirty="0">
                <a:solidFill>
                  <a:schemeClr val="bg1"/>
                </a:solidFill>
                <a:cs typeface="+mn-cs"/>
              </a:rPr>
              <a:t>פקודות</a:t>
            </a:r>
            <a:endParaRPr lang="en-IL" dirty="0">
              <a:solidFill>
                <a:schemeClr val="bg1"/>
              </a:solidFill>
            </a:endParaRPr>
          </a:p>
        </p:txBody>
      </p:sp>
      <p:sp>
        <p:nvSpPr>
          <p:cNvPr id="8" name="Title 7">
            <a:extLst>
              <a:ext uri="{FF2B5EF4-FFF2-40B4-BE49-F238E27FC236}">
                <a16:creationId xmlns:a16="http://schemas.microsoft.com/office/drawing/2014/main" id="{A9772E4D-15D7-C1A8-50E2-1162B5261881}"/>
              </a:ext>
            </a:extLst>
          </p:cNvPr>
          <p:cNvSpPr>
            <a:spLocks noGrp="1"/>
          </p:cNvSpPr>
          <p:nvPr>
            <p:ph type="title"/>
          </p:nvPr>
        </p:nvSpPr>
        <p:spPr/>
        <p:txBody>
          <a:bodyPr/>
          <a:lstStyle/>
          <a:p>
            <a:pPr algn="l" defTabSz="914400" rtl="1" eaLnBrk="1" latinLnBrk="0" hangingPunct="1">
              <a:lnSpc>
                <a:spcPct val="90000"/>
              </a:lnSpc>
              <a:spcBef>
                <a:spcPct val="0"/>
              </a:spcBef>
              <a:buNone/>
            </a:pPr>
            <a:endParaRPr lang="en-IL" dirty="0"/>
          </a:p>
        </p:txBody>
      </p:sp>
      <p:sp>
        <p:nvSpPr>
          <p:cNvPr id="2" name="Slide Number Placeholder 1">
            <a:extLst>
              <a:ext uri="{FF2B5EF4-FFF2-40B4-BE49-F238E27FC236}">
                <a16:creationId xmlns:a16="http://schemas.microsoft.com/office/drawing/2014/main" id="{3E4414DC-E8DF-ABB0-5473-DBC77DA665D7}"/>
              </a:ext>
            </a:extLst>
          </p:cNvPr>
          <p:cNvSpPr>
            <a:spLocks noGrp="1"/>
          </p:cNvSpPr>
          <p:nvPr>
            <p:ph type="sldNum" sz="quarter" idx="12"/>
          </p:nvPr>
        </p:nvSpPr>
        <p:spPr/>
        <p:txBody>
          <a:bodyPr/>
          <a:lstStyle/>
          <a:p>
            <a:fld id="{8BBF3FFD-AC03-094B-B961-9EAA7FA243E8}" type="slidenum">
              <a:rPr lang="en-IL" smtClean="0">
                <a:solidFill>
                  <a:srgbClr val="FFC000"/>
                </a:solidFill>
              </a:rPr>
              <a:t>12</a:t>
            </a:fld>
            <a:endParaRPr lang="en-IL">
              <a:solidFill>
                <a:srgbClr val="FFC000"/>
              </a:solidFill>
            </a:endParaRPr>
          </a:p>
        </p:txBody>
      </p:sp>
    </p:spTree>
    <p:extLst>
      <p:ext uri="{BB962C8B-B14F-4D97-AF65-F5344CB8AC3E}">
        <p14:creationId xmlns:p14="http://schemas.microsoft.com/office/powerpoint/2010/main" val="1603710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F98C13-E0F4-AABD-FBD3-A75521ACA46B}"/>
              </a:ext>
            </a:extLst>
          </p:cNvPr>
          <p:cNvSpPr>
            <a:spLocks noGrp="1"/>
          </p:cNvSpPr>
          <p:nvPr>
            <p:ph idx="1"/>
          </p:nvPr>
        </p:nvSpPr>
        <p:spPr/>
        <p:txBody>
          <a:bodyPr/>
          <a:lstStyle/>
          <a:p>
            <a:pPr marL="0" indent="0" algn="r" defTabSz="914400" rtl="1" eaLnBrk="1" latinLnBrk="0" hangingPunct="1">
              <a:lnSpc>
                <a:spcPct val="90000"/>
              </a:lnSpc>
              <a:spcBef>
                <a:spcPts val="1000"/>
              </a:spcBef>
              <a:buNone/>
            </a:pPr>
            <a:r>
              <a:rPr lang="he-IL" sz="1600" dirty="0">
                <a:solidFill>
                  <a:srgbClr val="FFC000"/>
                </a:solidFill>
              </a:rPr>
              <a:t>מטרת הפקודה: </a:t>
            </a:r>
            <a:r>
              <a:rPr lang="he-IL" sz="1600" dirty="0">
                <a:solidFill>
                  <a:schemeClr val="bg1"/>
                </a:solidFill>
              </a:rPr>
              <a:t>בדיקה שלפני שקובעים תחרות חדשה באצטדיון מסוים צריך לוודא שהאצטדיון פנוי באותו יום ואין שם תחרות אחרת.</a:t>
            </a:r>
          </a:p>
          <a:p>
            <a:pPr marL="0" indent="0" algn="r" defTabSz="914400" rtl="1" eaLnBrk="1" latinLnBrk="0" hangingPunct="1">
              <a:lnSpc>
                <a:spcPct val="90000"/>
              </a:lnSpc>
              <a:spcBef>
                <a:spcPts val="1000"/>
              </a:spcBef>
              <a:buNone/>
            </a:pPr>
            <a:endParaRPr lang="he-IL" sz="1600" dirty="0">
              <a:solidFill>
                <a:schemeClr val="bg1"/>
              </a:solidFill>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he-IL" sz="1600" dirty="0">
                <a:solidFill>
                  <a:schemeClr val="bg1"/>
                </a:solidFill>
              </a:rPr>
              <a:t>התאחדות הספורט לבתי הספר בישראל.</a:t>
            </a:r>
          </a:p>
          <a:p>
            <a:pPr marL="0" indent="0" algn="r" defTabSz="914400" rtl="1" eaLnBrk="1" latinLnBrk="0" hangingPunct="1">
              <a:lnSpc>
                <a:spcPct val="90000"/>
              </a:lnSpc>
              <a:spcBef>
                <a:spcPts val="1000"/>
              </a:spcBef>
              <a:buNone/>
            </a:pPr>
            <a:endParaRPr lang="he-IL" sz="1600" dirty="0">
              <a:solidFill>
                <a:schemeClr val="bg1"/>
              </a:solidFill>
            </a:endParaRPr>
          </a:p>
          <a:p>
            <a:pPr algn="r"/>
            <a:endParaRPr lang="en-IL" dirty="0"/>
          </a:p>
        </p:txBody>
      </p:sp>
      <p:sp>
        <p:nvSpPr>
          <p:cNvPr id="7" name="Title 7">
            <a:extLst>
              <a:ext uri="{FF2B5EF4-FFF2-40B4-BE49-F238E27FC236}">
                <a16:creationId xmlns:a16="http://schemas.microsoft.com/office/drawing/2014/main" id="{1DE1C6FF-98B7-E32F-53A2-02E03D9FBD43}"/>
              </a:ext>
            </a:extLst>
          </p:cNvPr>
          <p:cNvSpPr>
            <a:spLocks noGrp="1"/>
          </p:cNvSpPr>
          <p:nvPr>
            <p:ph type="title"/>
          </p:nvPr>
        </p:nvSpPr>
        <p:spPr>
          <a:xfrm>
            <a:off x="838200" y="365125"/>
            <a:ext cx="10515600" cy="1325563"/>
          </a:xfrm>
        </p:spPr>
        <p:txBody>
          <a:bodyPr/>
          <a:lstStyle/>
          <a:p>
            <a:pPr algn="ctr" defTabSz="914400" rtl="1" eaLnBrk="1" latinLnBrk="0" hangingPunct="1">
              <a:lnSpc>
                <a:spcPct val="90000"/>
              </a:lnSpc>
              <a:spcBef>
                <a:spcPct val="0"/>
              </a:spcBef>
              <a:buNone/>
            </a:pPr>
            <a:r>
              <a:rPr lang="he-IL" dirty="0">
                <a:solidFill>
                  <a:schemeClr val="bg1"/>
                </a:solidFill>
              </a:rPr>
              <a:t>פקודות </a:t>
            </a:r>
            <a:r>
              <a:rPr lang="en-US" dirty="0">
                <a:solidFill>
                  <a:schemeClr val="bg1"/>
                </a:solidFill>
              </a:rPr>
              <a:t>DDL</a:t>
            </a:r>
            <a:endParaRPr lang="en-IL" dirty="0">
              <a:solidFill>
                <a:schemeClr val="bg1"/>
              </a:solidFill>
            </a:endParaRPr>
          </a:p>
        </p:txBody>
      </p:sp>
      <p:pic>
        <p:nvPicPr>
          <p:cNvPr id="11" name="Picture 10">
            <a:extLst>
              <a:ext uri="{FF2B5EF4-FFF2-40B4-BE49-F238E27FC236}">
                <a16:creationId xmlns:a16="http://schemas.microsoft.com/office/drawing/2014/main" id="{5758F2B5-AE36-45C7-EBD9-FFD773D2F4CC}"/>
              </a:ext>
            </a:extLst>
          </p:cNvPr>
          <p:cNvPicPr>
            <a:picLocks noChangeAspect="1"/>
          </p:cNvPicPr>
          <p:nvPr/>
        </p:nvPicPr>
        <p:blipFill>
          <a:blip r:embed="rId2"/>
          <a:stretch>
            <a:fillRect/>
          </a:stretch>
        </p:blipFill>
        <p:spPr>
          <a:xfrm>
            <a:off x="667265" y="3113904"/>
            <a:ext cx="8908850" cy="2470106"/>
          </a:xfrm>
          <a:prstGeom prst="rect">
            <a:avLst/>
          </a:prstGeom>
        </p:spPr>
      </p:pic>
      <p:sp>
        <p:nvSpPr>
          <p:cNvPr id="2" name="Slide Number Placeholder 1">
            <a:extLst>
              <a:ext uri="{FF2B5EF4-FFF2-40B4-BE49-F238E27FC236}">
                <a16:creationId xmlns:a16="http://schemas.microsoft.com/office/drawing/2014/main" id="{88FFDDE7-8500-0A0D-1288-9382D7717287}"/>
              </a:ext>
            </a:extLst>
          </p:cNvPr>
          <p:cNvSpPr>
            <a:spLocks noGrp="1"/>
          </p:cNvSpPr>
          <p:nvPr>
            <p:ph type="sldNum" sz="quarter" idx="12"/>
          </p:nvPr>
        </p:nvSpPr>
        <p:spPr/>
        <p:txBody>
          <a:bodyPr/>
          <a:lstStyle/>
          <a:p>
            <a:fld id="{8BBF3FFD-AC03-094B-B961-9EAA7FA243E8}" type="slidenum">
              <a:rPr lang="en-IL" smtClean="0">
                <a:solidFill>
                  <a:srgbClr val="FFC000"/>
                </a:solidFill>
              </a:rPr>
              <a:t>13</a:t>
            </a:fld>
            <a:endParaRPr lang="en-IL">
              <a:solidFill>
                <a:srgbClr val="FFC000"/>
              </a:solidFill>
            </a:endParaRPr>
          </a:p>
        </p:txBody>
      </p:sp>
    </p:spTree>
    <p:extLst>
      <p:ext uri="{BB962C8B-B14F-4D97-AF65-F5344CB8AC3E}">
        <p14:creationId xmlns:p14="http://schemas.microsoft.com/office/powerpoint/2010/main" val="202523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AECA12-7122-3DD2-386B-1E9B29024B64}"/>
              </a:ext>
            </a:extLst>
          </p:cNvPr>
          <p:cNvSpPr>
            <a:spLocks noGrp="1"/>
          </p:cNvSpPr>
          <p:nvPr>
            <p:ph idx="1"/>
          </p:nvPr>
        </p:nvSpPr>
        <p:spPr/>
        <p:txBody>
          <a:bodyPr/>
          <a:lstStyle/>
          <a:p>
            <a:pPr marL="0" lvl="0" indent="0" algn="r" rtl="1">
              <a:lnSpc>
                <a:spcPct val="107000"/>
              </a:lnSpc>
              <a:spcAft>
                <a:spcPts val="800"/>
              </a:spcAft>
              <a:buNone/>
            </a:pPr>
            <a:r>
              <a:rPr lang="he-IL" sz="1600" dirty="0">
                <a:solidFill>
                  <a:srgbClr val="FFC000"/>
                </a:solidFill>
              </a:rPr>
              <a:t>מטרת הפקודה: </a:t>
            </a:r>
            <a:r>
              <a:rPr lang="he-IL" sz="16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אתלט  בעל תעודת זהות 200000001 רוצה לעדכן את מספר טלפון החירום שלו למספר אחר</a:t>
            </a:r>
            <a:r>
              <a:rPr lang="en-US" sz="1600" dirty="0">
                <a:solidFill>
                  <a:schemeClr val="bg1"/>
                </a:solidFill>
                <a:effectLst/>
                <a:latin typeface="Calibri" panose="020F0502020204030204" pitchFamily="34" charset="0"/>
                <a:ea typeface="Calibri" panose="020F0502020204030204" pitchFamily="34" charset="0"/>
                <a:cs typeface="Arial" panose="020B0604020202020204" pitchFamily="34" charset="0"/>
              </a:rPr>
              <a:t>.</a:t>
            </a:r>
            <a:r>
              <a:rPr lang="he-IL" sz="1600" dirty="0">
                <a:solidFill>
                  <a:schemeClr val="bg1"/>
                </a:solidFill>
                <a:effectLst/>
                <a:latin typeface="Calibri" panose="020F0502020204030204" pitchFamily="34" charset="0"/>
                <a:ea typeface="Calibri" panose="020F0502020204030204" pitchFamily="34" charset="0"/>
                <a:cs typeface="Arial" panose="020B0604020202020204" pitchFamily="34" charset="0"/>
              </a:rPr>
              <a:t> </a:t>
            </a:r>
            <a:endParaRPr lang="en-IL" sz="16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endParaRPr lang="he-IL" sz="1600" dirty="0">
              <a:solidFill>
                <a:schemeClr val="bg1"/>
              </a:solidFill>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he-IL" sz="1600" dirty="0">
                <a:solidFill>
                  <a:schemeClr val="bg1"/>
                </a:solidFill>
              </a:rPr>
              <a:t>אתלט בבית ספר.</a:t>
            </a:r>
          </a:p>
          <a:p>
            <a:pPr marL="228600" indent="-228600" algn="l" defTabSz="914400" rtl="0" eaLnBrk="1" latinLnBrk="0" hangingPunct="1">
              <a:lnSpc>
                <a:spcPct val="90000"/>
              </a:lnSpc>
              <a:spcBef>
                <a:spcPts val="1000"/>
              </a:spcBef>
              <a:buFont typeface="Arial" panose="020B0604020202020204" pitchFamily="34" charset="0"/>
              <a:buChar char="•"/>
            </a:pPr>
            <a:endParaRPr lang="en-IL" dirty="0"/>
          </a:p>
        </p:txBody>
      </p:sp>
      <p:sp>
        <p:nvSpPr>
          <p:cNvPr id="4" name="Title 7">
            <a:extLst>
              <a:ext uri="{FF2B5EF4-FFF2-40B4-BE49-F238E27FC236}">
                <a16:creationId xmlns:a16="http://schemas.microsoft.com/office/drawing/2014/main" id="{EB2A4D28-3D59-E3F3-493C-1325B2BAD569}"/>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1"/>
            <a:r>
              <a:rPr lang="he-IL" dirty="0">
                <a:solidFill>
                  <a:schemeClr val="bg1"/>
                </a:solidFill>
              </a:rPr>
              <a:t>פקודות </a:t>
            </a:r>
            <a:r>
              <a:rPr lang="en-US" dirty="0">
                <a:solidFill>
                  <a:schemeClr val="bg1"/>
                </a:solidFill>
              </a:rPr>
              <a:t>DML</a:t>
            </a:r>
            <a:endParaRPr lang="en-IL" dirty="0">
              <a:solidFill>
                <a:schemeClr val="bg1"/>
              </a:solidFill>
            </a:endParaRPr>
          </a:p>
        </p:txBody>
      </p:sp>
      <p:pic>
        <p:nvPicPr>
          <p:cNvPr id="12" name="Picture 11">
            <a:extLst>
              <a:ext uri="{FF2B5EF4-FFF2-40B4-BE49-F238E27FC236}">
                <a16:creationId xmlns:a16="http://schemas.microsoft.com/office/drawing/2014/main" id="{1E1EA9AD-FFB0-1DE0-161F-1574CF213F66}"/>
              </a:ext>
            </a:extLst>
          </p:cNvPr>
          <p:cNvPicPr>
            <a:picLocks noChangeAspect="1"/>
          </p:cNvPicPr>
          <p:nvPr/>
        </p:nvPicPr>
        <p:blipFill>
          <a:blip r:embed="rId2"/>
          <a:stretch>
            <a:fillRect/>
          </a:stretch>
        </p:blipFill>
        <p:spPr>
          <a:xfrm>
            <a:off x="1031287" y="3429000"/>
            <a:ext cx="5563960" cy="1686526"/>
          </a:xfrm>
          <a:prstGeom prst="rect">
            <a:avLst/>
          </a:prstGeom>
        </p:spPr>
      </p:pic>
      <p:sp>
        <p:nvSpPr>
          <p:cNvPr id="2" name="Slide Number Placeholder 1">
            <a:extLst>
              <a:ext uri="{FF2B5EF4-FFF2-40B4-BE49-F238E27FC236}">
                <a16:creationId xmlns:a16="http://schemas.microsoft.com/office/drawing/2014/main" id="{E1F5EF2F-8D90-D0EE-5DAD-8E4F1063D2FE}"/>
              </a:ext>
            </a:extLst>
          </p:cNvPr>
          <p:cNvSpPr>
            <a:spLocks noGrp="1"/>
          </p:cNvSpPr>
          <p:nvPr>
            <p:ph type="sldNum" sz="quarter" idx="12"/>
          </p:nvPr>
        </p:nvSpPr>
        <p:spPr/>
        <p:txBody>
          <a:bodyPr/>
          <a:lstStyle/>
          <a:p>
            <a:fld id="{8BBF3FFD-AC03-094B-B961-9EAA7FA243E8}" type="slidenum">
              <a:rPr lang="en-IL" smtClean="0">
                <a:solidFill>
                  <a:srgbClr val="FFC000"/>
                </a:solidFill>
              </a:rPr>
              <a:t>14</a:t>
            </a:fld>
            <a:endParaRPr lang="en-IL">
              <a:solidFill>
                <a:srgbClr val="FFC000"/>
              </a:solidFill>
            </a:endParaRPr>
          </a:p>
        </p:txBody>
      </p:sp>
    </p:spTree>
    <p:extLst>
      <p:ext uri="{BB962C8B-B14F-4D97-AF65-F5344CB8AC3E}">
        <p14:creationId xmlns:p14="http://schemas.microsoft.com/office/powerpoint/2010/main" val="229428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FA7DBA-C8D4-E283-170B-93133DFF191A}"/>
              </a:ext>
            </a:extLst>
          </p:cNvPr>
          <p:cNvSpPr>
            <a:spLocks noGrp="1"/>
          </p:cNvSpPr>
          <p:nvPr>
            <p:ph idx="1"/>
          </p:nvPr>
        </p:nvSpPr>
        <p:spPr/>
        <p:txBody>
          <a:bodyPr/>
          <a:lstStyle/>
          <a:p>
            <a:pPr marL="0" lvl="0" indent="0" algn="r" rtl="1">
              <a:lnSpc>
                <a:spcPct val="107000"/>
              </a:lnSpc>
              <a:spcAft>
                <a:spcPts val="800"/>
              </a:spcAft>
              <a:buNone/>
            </a:pPr>
            <a:r>
              <a:rPr lang="he-IL" sz="1600" dirty="0">
                <a:solidFill>
                  <a:srgbClr val="FFC000"/>
                </a:solidFill>
              </a:rPr>
              <a:t>מטרת הפקודה: </a:t>
            </a:r>
            <a:r>
              <a:rPr lang="he-IL" sz="16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עובד בהתאחדות הספורט לבתי ספר בישראל מעוניין לפתוח תחרות חדשה "אליפות הצפון-מרכז" כאשר המארגן הוא בעל תעודת הזהות 310618718 , אצטדיון מספר 2 ,בתאריך 2023-11-12 </a:t>
            </a:r>
            <a:endParaRPr lang="he-IL" sz="1600" dirty="0">
              <a:solidFill>
                <a:schemeClr val="bg1"/>
              </a:solidFill>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he-IL" sz="1600" dirty="0">
                <a:solidFill>
                  <a:schemeClr val="bg1"/>
                </a:solidFill>
              </a:rPr>
              <a:t>התאחדות בתי הספורט לבתי ספר בישראל</a:t>
            </a:r>
          </a:p>
          <a:p>
            <a:pPr marL="0" indent="0" algn="r" defTabSz="914400" rtl="1" eaLnBrk="1" latinLnBrk="0" hangingPunct="1">
              <a:lnSpc>
                <a:spcPct val="90000"/>
              </a:lnSpc>
              <a:spcBef>
                <a:spcPts val="1000"/>
              </a:spcBef>
              <a:buNone/>
            </a:pPr>
            <a:r>
              <a:rPr lang="he-IL" sz="1600" dirty="0">
                <a:solidFill>
                  <a:schemeClr val="bg1"/>
                </a:solidFill>
              </a:rPr>
              <a:t> </a:t>
            </a:r>
          </a:p>
          <a:p>
            <a:pPr marL="0" indent="0">
              <a:buNone/>
            </a:pPr>
            <a:endParaRPr lang="en-IL" dirty="0">
              <a:solidFill>
                <a:schemeClr val="bg1"/>
              </a:solidFill>
            </a:endParaRPr>
          </a:p>
          <a:p>
            <a:endParaRPr lang="en-IL" dirty="0"/>
          </a:p>
        </p:txBody>
      </p:sp>
      <p:sp>
        <p:nvSpPr>
          <p:cNvPr id="4" name="Title 7">
            <a:extLst>
              <a:ext uri="{FF2B5EF4-FFF2-40B4-BE49-F238E27FC236}">
                <a16:creationId xmlns:a16="http://schemas.microsoft.com/office/drawing/2014/main" id="{E1FB1B5C-CDB2-17AE-D927-42A0EBCC2393}"/>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1"/>
            <a:r>
              <a:rPr lang="he-IL" dirty="0">
                <a:solidFill>
                  <a:schemeClr val="bg1"/>
                </a:solidFill>
              </a:rPr>
              <a:t>פקודות </a:t>
            </a:r>
            <a:r>
              <a:rPr lang="en-US" dirty="0">
                <a:solidFill>
                  <a:schemeClr val="bg1"/>
                </a:solidFill>
              </a:rPr>
              <a:t>DML</a:t>
            </a:r>
            <a:endParaRPr lang="en-IL" dirty="0">
              <a:solidFill>
                <a:schemeClr val="bg1"/>
              </a:solidFill>
            </a:endParaRPr>
          </a:p>
        </p:txBody>
      </p:sp>
      <p:pic>
        <p:nvPicPr>
          <p:cNvPr id="8" name="Picture 7">
            <a:extLst>
              <a:ext uri="{FF2B5EF4-FFF2-40B4-BE49-F238E27FC236}">
                <a16:creationId xmlns:a16="http://schemas.microsoft.com/office/drawing/2014/main" id="{D9642CC5-7342-8142-1020-7678D10F7B08}"/>
              </a:ext>
            </a:extLst>
          </p:cNvPr>
          <p:cNvPicPr>
            <a:picLocks noChangeAspect="1"/>
          </p:cNvPicPr>
          <p:nvPr/>
        </p:nvPicPr>
        <p:blipFill>
          <a:blip r:embed="rId2"/>
          <a:stretch>
            <a:fillRect/>
          </a:stretch>
        </p:blipFill>
        <p:spPr>
          <a:xfrm>
            <a:off x="997979" y="3707027"/>
            <a:ext cx="9053190" cy="1164575"/>
          </a:xfrm>
          <a:prstGeom prst="rect">
            <a:avLst/>
          </a:prstGeom>
        </p:spPr>
      </p:pic>
      <p:sp>
        <p:nvSpPr>
          <p:cNvPr id="2" name="Slide Number Placeholder 1">
            <a:extLst>
              <a:ext uri="{FF2B5EF4-FFF2-40B4-BE49-F238E27FC236}">
                <a16:creationId xmlns:a16="http://schemas.microsoft.com/office/drawing/2014/main" id="{A314773D-E3AA-F9D2-28AB-EB72152082CD}"/>
              </a:ext>
            </a:extLst>
          </p:cNvPr>
          <p:cNvSpPr>
            <a:spLocks noGrp="1"/>
          </p:cNvSpPr>
          <p:nvPr>
            <p:ph type="sldNum" sz="quarter" idx="12"/>
          </p:nvPr>
        </p:nvSpPr>
        <p:spPr/>
        <p:txBody>
          <a:bodyPr/>
          <a:lstStyle/>
          <a:p>
            <a:fld id="{8BBF3FFD-AC03-094B-B961-9EAA7FA243E8}" type="slidenum">
              <a:rPr lang="en-IL" smtClean="0">
                <a:solidFill>
                  <a:srgbClr val="FFC000"/>
                </a:solidFill>
              </a:rPr>
              <a:t>15</a:t>
            </a:fld>
            <a:endParaRPr lang="en-IL" dirty="0">
              <a:solidFill>
                <a:srgbClr val="FFC000"/>
              </a:solidFill>
            </a:endParaRPr>
          </a:p>
        </p:txBody>
      </p:sp>
    </p:spTree>
    <p:extLst>
      <p:ext uri="{BB962C8B-B14F-4D97-AF65-F5344CB8AC3E}">
        <p14:creationId xmlns:p14="http://schemas.microsoft.com/office/powerpoint/2010/main" val="3442492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1ADA88-9C71-46CC-8C0A-AE8DC285B777}"/>
              </a:ext>
            </a:extLst>
          </p:cNvPr>
          <p:cNvSpPr>
            <a:spLocks noGrp="1"/>
          </p:cNvSpPr>
          <p:nvPr>
            <p:ph idx="1"/>
          </p:nvPr>
        </p:nvSpPr>
        <p:spPr/>
        <p:txBody>
          <a:bodyPr/>
          <a:lstStyle/>
          <a:p>
            <a:pPr marL="0" lvl="0" indent="0" algn="r" rtl="1">
              <a:lnSpc>
                <a:spcPct val="107000"/>
              </a:lnSpc>
              <a:buNone/>
            </a:pPr>
            <a:r>
              <a:rPr lang="he-IL" sz="1600" dirty="0">
                <a:solidFill>
                  <a:srgbClr val="FFC000"/>
                </a:solidFill>
              </a:rPr>
              <a:t>מטרת הפקודה: </a:t>
            </a:r>
            <a:r>
              <a:rPr lang="he-IL" sz="16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בתחרות בעלת מספר מזהה 125 במקצה 13 אתלט בעל תעודת זהות 200000040 הוגדר כפסול לאחר שנגע במוט עם גבו. הנתונים הוזנו במערכת כערך אפס ולאחר ערעורו של האתלט התקבלה טענתו כי לא נגע במוט ותוצאתו צריכה להיות מעודכנת ל 1.6 מטר.</a:t>
            </a:r>
            <a:endParaRPr lang="en-IL" sz="16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he-IL" sz="1600" dirty="0">
                <a:solidFill>
                  <a:schemeClr val="bg1"/>
                </a:solidFill>
              </a:rPr>
              <a:t>התאחדות הספורט לבתי הספר בישראל.</a:t>
            </a:r>
          </a:p>
          <a:p>
            <a:pPr marL="0" indent="0" algn="r" defTabSz="914400" rtl="1" eaLnBrk="1" latinLnBrk="0" hangingPunct="1">
              <a:lnSpc>
                <a:spcPct val="90000"/>
              </a:lnSpc>
              <a:spcBef>
                <a:spcPts val="1000"/>
              </a:spcBef>
              <a:buNone/>
            </a:pPr>
            <a:endParaRPr lang="he-IL" sz="1600" dirty="0">
              <a:solidFill>
                <a:schemeClr val="bg1"/>
              </a:solidFill>
            </a:endParaRPr>
          </a:p>
          <a:p>
            <a:pPr algn="r"/>
            <a:endParaRPr lang="en-IL" dirty="0"/>
          </a:p>
        </p:txBody>
      </p:sp>
      <p:sp>
        <p:nvSpPr>
          <p:cNvPr id="4" name="Title 7">
            <a:extLst>
              <a:ext uri="{FF2B5EF4-FFF2-40B4-BE49-F238E27FC236}">
                <a16:creationId xmlns:a16="http://schemas.microsoft.com/office/drawing/2014/main" id="{B0EECBCE-BCDF-54B1-36E1-EF080F7F6C2B}"/>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1"/>
            <a:r>
              <a:rPr lang="he-IL" dirty="0">
                <a:solidFill>
                  <a:schemeClr val="bg1"/>
                </a:solidFill>
              </a:rPr>
              <a:t>פקודות </a:t>
            </a:r>
            <a:r>
              <a:rPr lang="en-US" dirty="0">
                <a:solidFill>
                  <a:schemeClr val="bg1"/>
                </a:solidFill>
              </a:rPr>
              <a:t>DML</a:t>
            </a:r>
            <a:endParaRPr lang="en-IL" dirty="0">
              <a:solidFill>
                <a:schemeClr val="bg1"/>
              </a:solidFill>
            </a:endParaRPr>
          </a:p>
        </p:txBody>
      </p:sp>
      <p:pic>
        <p:nvPicPr>
          <p:cNvPr id="6" name="Picture 5">
            <a:extLst>
              <a:ext uri="{FF2B5EF4-FFF2-40B4-BE49-F238E27FC236}">
                <a16:creationId xmlns:a16="http://schemas.microsoft.com/office/drawing/2014/main" id="{9B1ACA6D-5775-8041-DEEE-0736973C9FDE}"/>
              </a:ext>
            </a:extLst>
          </p:cNvPr>
          <p:cNvPicPr>
            <a:picLocks noChangeAspect="1"/>
          </p:cNvPicPr>
          <p:nvPr/>
        </p:nvPicPr>
        <p:blipFill>
          <a:blip r:embed="rId2"/>
          <a:stretch>
            <a:fillRect/>
          </a:stretch>
        </p:blipFill>
        <p:spPr>
          <a:xfrm>
            <a:off x="1418967" y="3867665"/>
            <a:ext cx="6478116" cy="1619529"/>
          </a:xfrm>
          <a:prstGeom prst="rect">
            <a:avLst/>
          </a:prstGeom>
        </p:spPr>
      </p:pic>
      <p:sp>
        <p:nvSpPr>
          <p:cNvPr id="2" name="Slide Number Placeholder 1">
            <a:extLst>
              <a:ext uri="{FF2B5EF4-FFF2-40B4-BE49-F238E27FC236}">
                <a16:creationId xmlns:a16="http://schemas.microsoft.com/office/drawing/2014/main" id="{B18C477A-B9F3-507B-6A60-CD0D1747DA04}"/>
              </a:ext>
            </a:extLst>
          </p:cNvPr>
          <p:cNvSpPr>
            <a:spLocks noGrp="1"/>
          </p:cNvSpPr>
          <p:nvPr>
            <p:ph type="sldNum" sz="quarter" idx="12"/>
          </p:nvPr>
        </p:nvSpPr>
        <p:spPr/>
        <p:txBody>
          <a:bodyPr/>
          <a:lstStyle/>
          <a:p>
            <a:fld id="{8BBF3FFD-AC03-094B-B961-9EAA7FA243E8}" type="slidenum">
              <a:rPr lang="en-IL" smtClean="0">
                <a:solidFill>
                  <a:srgbClr val="FFC000"/>
                </a:solidFill>
              </a:rPr>
              <a:t>16</a:t>
            </a:fld>
            <a:endParaRPr lang="en-IL">
              <a:solidFill>
                <a:srgbClr val="FFC000"/>
              </a:solidFill>
            </a:endParaRPr>
          </a:p>
        </p:txBody>
      </p:sp>
    </p:spTree>
    <p:extLst>
      <p:ext uri="{BB962C8B-B14F-4D97-AF65-F5344CB8AC3E}">
        <p14:creationId xmlns:p14="http://schemas.microsoft.com/office/powerpoint/2010/main" val="2271957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287885-6B1D-63E2-DF64-3E05D216988A}"/>
              </a:ext>
            </a:extLst>
          </p:cNvPr>
          <p:cNvSpPr>
            <a:spLocks noGrp="1"/>
          </p:cNvSpPr>
          <p:nvPr>
            <p:ph idx="1"/>
          </p:nvPr>
        </p:nvSpPr>
        <p:spPr/>
        <p:txBody>
          <a:bodyPr/>
          <a:lstStyle/>
          <a:p>
            <a:pPr marL="0" lvl="0" indent="0" algn="r" rtl="1">
              <a:lnSpc>
                <a:spcPct val="107000"/>
              </a:lnSpc>
              <a:spcAft>
                <a:spcPts val="800"/>
              </a:spcAft>
              <a:buNone/>
            </a:pPr>
            <a:r>
              <a:rPr lang="he-IL" sz="1600" dirty="0">
                <a:solidFill>
                  <a:srgbClr val="FFC000"/>
                </a:solidFill>
              </a:rPr>
              <a:t>מטרת הפקודה: </a:t>
            </a:r>
            <a:r>
              <a:rPr lang="he-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rPr>
              <a:t>מאמן רוצה למחוק את אתלט מספר 200000001 מתחרות מספר 125 עקב מחלה .</a:t>
            </a:r>
            <a:endParaRPr lang="en-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en-US" sz="1600" dirty="0">
                <a:solidFill>
                  <a:srgbClr val="FFC000"/>
                </a:solidFill>
              </a:rPr>
              <a:t> </a:t>
            </a:r>
            <a:r>
              <a:rPr lang="he-IL" sz="1600" dirty="0">
                <a:solidFill>
                  <a:schemeClr val="bg2"/>
                </a:solidFill>
              </a:rPr>
              <a:t>מאמן בבית ספר.</a:t>
            </a:r>
          </a:p>
          <a:p>
            <a:pPr marL="228600" indent="-228600" algn="l" defTabSz="914400" rtl="0" eaLnBrk="1" latinLnBrk="0" hangingPunct="1">
              <a:lnSpc>
                <a:spcPct val="90000"/>
              </a:lnSpc>
              <a:spcBef>
                <a:spcPts val="1000"/>
              </a:spcBef>
              <a:buFont typeface="Arial" panose="020B0604020202020204" pitchFamily="34" charset="0"/>
              <a:buChar char="•"/>
            </a:pPr>
            <a:endParaRPr lang="en-IL" dirty="0"/>
          </a:p>
        </p:txBody>
      </p:sp>
      <p:sp>
        <p:nvSpPr>
          <p:cNvPr id="4" name="Title 7">
            <a:extLst>
              <a:ext uri="{FF2B5EF4-FFF2-40B4-BE49-F238E27FC236}">
                <a16:creationId xmlns:a16="http://schemas.microsoft.com/office/drawing/2014/main" id="{97D1F455-1B4E-7C2D-7FD1-209C5A455F1D}"/>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1"/>
            <a:r>
              <a:rPr lang="he-IL" dirty="0">
                <a:solidFill>
                  <a:schemeClr val="bg1"/>
                </a:solidFill>
              </a:rPr>
              <a:t>פקודות </a:t>
            </a:r>
            <a:r>
              <a:rPr lang="en-US" dirty="0">
                <a:solidFill>
                  <a:schemeClr val="bg1"/>
                </a:solidFill>
              </a:rPr>
              <a:t>DML</a:t>
            </a:r>
            <a:endParaRPr lang="en-IL" dirty="0">
              <a:solidFill>
                <a:schemeClr val="bg1"/>
              </a:solidFill>
            </a:endParaRPr>
          </a:p>
        </p:txBody>
      </p:sp>
      <p:pic>
        <p:nvPicPr>
          <p:cNvPr id="6" name="Picture 5">
            <a:extLst>
              <a:ext uri="{FF2B5EF4-FFF2-40B4-BE49-F238E27FC236}">
                <a16:creationId xmlns:a16="http://schemas.microsoft.com/office/drawing/2014/main" id="{F2D31E82-4ACC-7AA5-685A-622B7476B4EC}"/>
              </a:ext>
            </a:extLst>
          </p:cNvPr>
          <p:cNvPicPr>
            <a:picLocks noChangeAspect="1"/>
          </p:cNvPicPr>
          <p:nvPr/>
        </p:nvPicPr>
        <p:blipFill>
          <a:blip r:embed="rId2"/>
          <a:stretch>
            <a:fillRect/>
          </a:stretch>
        </p:blipFill>
        <p:spPr>
          <a:xfrm>
            <a:off x="838199" y="4337222"/>
            <a:ext cx="8931559" cy="1203410"/>
          </a:xfrm>
          <a:prstGeom prst="rect">
            <a:avLst/>
          </a:prstGeom>
        </p:spPr>
      </p:pic>
      <p:sp>
        <p:nvSpPr>
          <p:cNvPr id="2" name="Slide Number Placeholder 1">
            <a:extLst>
              <a:ext uri="{FF2B5EF4-FFF2-40B4-BE49-F238E27FC236}">
                <a16:creationId xmlns:a16="http://schemas.microsoft.com/office/drawing/2014/main" id="{1DE6283C-548A-D2D2-C88E-E298917BC4C1}"/>
              </a:ext>
            </a:extLst>
          </p:cNvPr>
          <p:cNvSpPr>
            <a:spLocks noGrp="1"/>
          </p:cNvSpPr>
          <p:nvPr>
            <p:ph type="sldNum" sz="quarter" idx="12"/>
          </p:nvPr>
        </p:nvSpPr>
        <p:spPr/>
        <p:txBody>
          <a:bodyPr/>
          <a:lstStyle/>
          <a:p>
            <a:fld id="{8BBF3FFD-AC03-094B-B961-9EAA7FA243E8}" type="slidenum">
              <a:rPr lang="en-IL" smtClean="0">
                <a:solidFill>
                  <a:srgbClr val="FFC000"/>
                </a:solidFill>
              </a:rPr>
              <a:t>17</a:t>
            </a:fld>
            <a:endParaRPr lang="en-IL">
              <a:solidFill>
                <a:srgbClr val="FFC000"/>
              </a:solidFill>
            </a:endParaRPr>
          </a:p>
        </p:txBody>
      </p:sp>
    </p:spTree>
    <p:extLst>
      <p:ext uri="{BB962C8B-B14F-4D97-AF65-F5344CB8AC3E}">
        <p14:creationId xmlns:p14="http://schemas.microsoft.com/office/powerpoint/2010/main" val="57709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F7E57-FC5D-8DC6-24D5-292AE9B166E8}"/>
              </a:ext>
            </a:extLst>
          </p:cNvPr>
          <p:cNvSpPr>
            <a:spLocks noGrp="1"/>
          </p:cNvSpPr>
          <p:nvPr>
            <p:ph type="title"/>
          </p:nvPr>
        </p:nvSpPr>
        <p:spPr/>
        <p:txBody>
          <a:bodyPr/>
          <a:lstStyle/>
          <a:p>
            <a:pPr algn="ctr"/>
            <a:r>
              <a:rPr lang="en-US" dirty="0"/>
              <a:t>A</a:t>
            </a:r>
            <a:r>
              <a:rPr lang="en-IL" dirty="0"/>
              <a:t> </a:t>
            </a:r>
            <a:r>
              <a:rPr lang="he-IL" dirty="0">
                <a:solidFill>
                  <a:schemeClr val="bg1"/>
                </a:solidFill>
              </a:rPr>
              <a:t>שאילתות</a:t>
            </a:r>
            <a:endParaRPr lang="en-IL" dirty="0"/>
          </a:p>
        </p:txBody>
      </p:sp>
      <p:sp>
        <p:nvSpPr>
          <p:cNvPr id="3" name="Content Placeholder 2">
            <a:extLst>
              <a:ext uri="{FF2B5EF4-FFF2-40B4-BE49-F238E27FC236}">
                <a16:creationId xmlns:a16="http://schemas.microsoft.com/office/drawing/2014/main" id="{CC22A3D4-DBE8-97ED-70BA-8A49507D5497}"/>
              </a:ext>
            </a:extLst>
          </p:cNvPr>
          <p:cNvSpPr>
            <a:spLocks noGrp="1"/>
          </p:cNvSpPr>
          <p:nvPr>
            <p:ph idx="1"/>
          </p:nvPr>
        </p:nvSpPr>
        <p:spPr/>
        <p:txBody>
          <a:bodyPr/>
          <a:lstStyle/>
          <a:p>
            <a:pPr marL="0" lvl="0" indent="0" algn="r" rtl="1">
              <a:lnSpc>
                <a:spcPct val="107000"/>
              </a:lnSpc>
              <a:spcAft>
                <a:spcPts val="800"/>
              </a:spcAft>
              <a:buNone/>
            </a:pPr>
            <a:r>
              <a:rPr lang="he-IL" sz="1600" dirty="0">
                <a:solidFill>
                  <a:srgbClr val="FFC000"/>
                </a:solidFill>
              </a:rPr>
              <a:t>1.</a:t>
            </a:r>
          </a:p>
          <a:p>
            <a:pPr marL="0" lvl="0" indent="0" algn="r" rtl="1">
              <a:lnSpc>
                <a:spcPct val="107000"/>
              </a:lnSpc>
              <a:spcAft>
                <a:spcPts val="800"/>
              </a:spcAft>
              <a:buNone/>
            </a:pPr>
            <a:r>
              <a:rPr lang="he-IL" sz="1600" dirty="0">
                <a:solidFill>
                  <a:srgbClr val="FFC000"/>
                </a:solidFill>
              </a:rPr>
              <a:t>מטרת הפקודה: </a:t>
            </a:r>
            <a:r>
              <a:rPr lang="he-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rPr>
              <a:t>מאמן חדש בעל תעודת זהות 315959191 מגיע לבית הספר ורוצה לדעת מי בבית ספרו מתחרה בריצת 100 מטר.</a:t>
            </a:r>
            <a:endParaRPr lang="en-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en-US" sz="1600" dirty="0">
                <a:solidFill>
                  <a:srgbClr val="FFC000"/>
                </a:solidFill>
              </a:rPr>
              <a:t> </a:t>
            </a:r>
            <a:r>
              <a:rPr lang="he-IL" sz="1600" dirty="0">
                <a:solidFill>
                  <a:schemeClr val="bg2"/>
                </a:solidFill>
              </a:rPr>
              <a:t>מאמן בבית ספר.</a:t>
            </a:r>
          </a:p>
          <a:p>
            <a:pPr marL="0" indent="0" algn="r" defTabSz="914400" rtl="1" eaLnBrk="1" latinLnBrk="0" hangingPunct="1">
              <a:lnSpc>
                <a:spcPct val="90000"/>
              </a:lnSpc>
              <a:spcBef>
                <a:spcPts val="1000"/>
              </a:spcBef>
              <a:buNone/>
            </a:pPr>
            <a:endParaRPr lang="en-IL" dirty="0"/>
          </a:p>
        </p:txBody>
      </p:sp>
      <p:pic>
        <p:nvPicPr>
          <p:cNvPr id="7" name="Picture 6">
            <a:extLst>
              <a:ext uri="{FF2B5EF4-FFF2-40B4-BE49-F238E27FC236}">
                <a16:creationId xmlns:a16="http://schemas.microsoft.com/office/drawing/2014/main" id="{F3AB9A86-37B1-9C90-D98A-76600870A6C9}"/>
              </a:ext>
            </a:extLst>
          </p:cNvPr>
          <p:cNvPicPr>
            <a:picLocks noChangeAspect="1"/>
          </p:cNvPicPr>
          <p:nvPr/>
        </p:nvPicPr>
        <p:blipFill>
          <a:blip r:embed="rId2"/>
          <a:stretch>
            <a:fillRect/>
          </a:stretch>
        </p:blipFill>
        <p:spPr>
          <a:xfrm>
            <a:off x="979101" y="3429000"/>
            <a:ext cx="6032500" cy="2311400"/>
          </a:xfrm>
          <a:prstGeom prst="rect">
            <a:avLst/>
          </a:prstGeom>
        </p:spPr>
      </p:pic>
      <p:pic>
        <p:nvPicPr>
          <p:cNvPr id="9" name="Picture 8">
            <a:extLst>
              <a:ext uri="{FF2B5EF4-FFF2-40B4-BE49-F238E27FC236}">
                <a16:creationId xmlns:a16="http://schemas.microsoft.com/office/drawing/2014/main" id="{A7EF67E3-DA32-D876-2E17-702ABA075586}"/>
              </a:ext>
            </a:extLst>
          </p:cNvPr>
          <p:cNvPicPr>
            <a:picLocks noChangeAspect="1"/>
          </p:cNvPicPr>
          <p:nvPr/>
        </p:nvPicPr>
        <p:blipFill>
          <a:blip r:embed="rId3"/>
          <a:stretch>
            <a:fillRect/>
          </a:stretch>
        </p:blipFill>
        <p:spPr>
          <a:xfrm>
            <a:off x="7200298" y="3801804"/>
            <a:ext cx="4231605" cy="1325563"/>
          </a:xfrm>
          <a:prstGeom prst="rect">
            <a:avLst/>
          </a:prstGeom>
        </p:spPr>
      </p:pic>
      <p:sp>
        <p:nvSpPr>
          <p:cNvPr id="4" name="Slide Number Placeholder 3">
            <a:extLst>
              <a:ext uri="{FF2B5EF4-FFF2-40B4-BE49-F238E27FC236}">
                <a16:creationId xmlns:a16="http://schemas.microsoft.com/office/drawing/2014/main" id="{8176E28E-B106-645B-E1BE-B9C085BED088}"/>
              </a:ext>
            </a:extLst>
          </p:cNvPr>
          <p:cNvSpPr>
            <a:spLocks noGrp="1"/>
          </p:cNvSpPr>
          <p:nvPr>
            <p:ph type="sldNum" sz="quarter" idx="12"/>
          </p:nvPr>
        </p:nvSpPr>
        <p:spPr/>
        <p:txBody>
          <a:bodyPr/>
          <a:lstStyle/>
          <a:p>
            <a:fld id="{8BBF3FFD-AC03-094B-B961-9EAA7FA243E8}" type="slidenum">
              <a:rPr lang="en-IL" smtClean="0">
                <a:solidFill>
                  <a:srgbClr val="FFC000"/>
                </a:solidFill>
              </a:rPr>
              <a:t>18</a:t>
            </a:fld>
            <a:endParaRPr lang="en-IL">
              <a:solidFill>
                <a:srgbClr val="FFC000"/>
              </a:solidFill>
            </a:endParaRPr>
          </a:p>
        </p:txBody>
      </p:sp>
    </p:spTree>
    <p:extLst>
      <p:ext uri="{BB962C8B-B14F-4D97-AF65-F5344CB8AC3E}">
        <p14:creationId xmlns:p14="http://schemas.microsoft.com/office/powerpoint/2010/main" val="581120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1548BE-ABB4-B381-8DF1-BC6C9BD4733A}"/>
              </a:ext>
            </a:extLst>
          </p:cNvPr>
          <p:cNvSpPr>
            <a:spLocks noGrp="1"/>
          </p:cNvSpPr>
          <p:nvPr>
            <p:ph idx="1"/>
          </p:nvPr>
        </p:nvSpPr>
        <p:spPr/>
        <p:txBody>
          <a:bodyPr/>
          <a:lstStyle/>
          <a:p>
            <a:pPr marL="0" lvl="0" indent="0" algn="r" rtl="1">
              <a:lnSpc>
                <a:spcPct val="107000"/>
              </a:lnSpc>
              <a:spcAft>
                <a:spcPts val="800"/>
              </a:spcAft>
              <a:buNone/>
            </a:pPr>
            <a:r>
              <a:rPr lang="he-IL" sz="1600" dirty="0">
                <a:solidFill>
                  <a:srgbClr val="FFC000"/>
                </a:solidFill>
              </a:rPr>
              <a:t>2.</a:t>
            </a:r>
          </a:p>
          <a:p>
            <a:pPr marL="0" lvl="0" indent="0" algn="r" rtl="1">
              <a:lnSpc>
                <a:spcPct val="107000"/>
              </a:lnSpc>
              <a:spcAft>
                <a:spcPts val="800"/>
              </a:spcAft>
              <a:buNone/>
            </a:pPr>
            <a:r>
              <a:rPr lang="he-IL" sz="1600" dirty="0">
                <a:solidFill>
                  <a:srgbClr val="FFC000"/>
                </a:solidFill>
              </a:rPr>
              <a:t>מטרת הפקודה: </a:t>
            </a:r>
            <a:r>
              <a:rPr lang="he-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rPr>
              <a:t>מאמן רוצה לראות את התוצאות של ריצת 1000 מטר בקבוצת גיל 2 –זכרים באליפות ישראל האחרונה.</a:t>
            </a:r>
            <a:endParaRPr lang="en-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en-US" sz="1600" dirty="0">
                <a:solidFill>
                  <a:srgbClr val="FFC000"/>
                </a:solidFill>
              </a:rPr>
              <a:t> </a:t>
            </a:r>
            <a:r>
              <a:rPr lang="he-IL" sz="1600" dirty="0">
                <a:solidFill>
                  <a:schemeClr val="bg2"/>
                </a:solidFill>
              </a:rPr>
              <a:t>מאמן בבית ספר.</a:t>
            </a:r>
          </a:p>
          <a:p>
            <a:pPr marL="0" indent="0" algn="r" defTabSz="914400" rtl="1" eaLnBrk="1" latinLnBrk="0" hangingPunct="1">
              <a:lnSpc>
                <a:spcPct val="90000"/>
              </a:lnSpc>
              <a:spcBef>
                <a:spcPts val="1000"/>
              </a:spcBef>
              <a:buNone/>
            </a:pPr>
            <a:endParaRPr lang="he-IL" sz="1600" dirty="0">
              <a:solidFill>
                <a:schemeClr val="bg2"/>
              </a:solidFill>
            </a:endParaRPr>
          </a:p>
          <a:p>
            <a:pPr marL="228600" indent="-228600" algn="r" defTabSz="914400" rtl="1" eaLnBrk="1" latinLnBrk="0" hangingPunct="1">
              <a:lnSpc>
                <a:spcPct val="90000"/>
              </a:lnSpc>
              <a:spcBef>
                <a:spcPts val="1000"/>
              </a:spcBef>
              <a:buFont typeface="Arial" panose="020B0604020202020204" pitchFamily="34" charset="0"/>
              <a:buChar char="•"/>
            </a:pPr>
            <a:endParaRPr lang="he-IL" dirty="0"/>
          </a:p>
          <a:p>
            <a:pPr marL="228600" indent="-228600" algn="r" defTabSz="914400" rtl="1" eaLnBrk="1" latinLnBrk="0" hangingPunct="1">
              <a:lnSpc>
                <a:spcPct val="90000"/>
              </a:lnSpc>
              <a:spcBef>
                <a:spcPts val="1000"/>
              </a:spcBef>
              <a:buFont typeface="Arial" panose="020B0604020202020204" pitchFamily="34" charset="0"/>
              <a:buChar char="•"/>
            </a:pPr>
            <a:endParaRPr lang="en-IL" dirty="0"/>
          </a:p>
        </p:txBody>
      </p:sp>
      <p:sp>
        <p:nvSpPr>
          <p:cNvPr id="4" name="Title 1">
            <a:extLst>
              <a:ext uri="{FF2B5EF4-FFF2-40B4-BE49-F238E27FC236}">
                <a16:creationId xmlns:a16="http://schemas.microsoft.com/office/drawing/2014/main" id="{A01ED7B0-F3BC-C476-2F48-F1095E338887}"/>
              </a:ext>
            </a:extLst>
          </p:cNvPr>
          <p:cNvSpPr>
            <a:spLocks noGrp="1"/>
          </p:cNvSpPr>
          <p:nvPr>
            <p:ph type="title"/>
          </p:nvPr>
        </p:nvSpPr>
        <p:spPr/>
        <p:txBody>
          <a:bodyPr/>
          <a:lstStyle/>
          <a:p>
            <a:pPr algn="ctr"/>
            <a:r>
              <a:rPr lang="en-US" dirty="0"/>
              <a:t>A</a:t>
            </a:r>
            <a:r>
              <a:rPr lang="en-IL" dirty="0"/>
              <a:t> </a:t>
            </a:r>
            <a:r>
              <a:rPr lang="he-IL" dirty="0">
                <a:solidFill>
                  <a:schemeClr val="bg1"/>
                </a:solidFill>
              </a:rPr>
              <a:t>שאילתות</a:t>
            </a:r>
            <a:endParaRPr lang="en-IL" dirty="0"/>
          </a:p>
        </p:txBody>
      </p:sp>
      <p:pic>
        <p:nvPicPr>
          <p:cNvPr id="6" name="Picture 5">
            <a:extLst>
              <a:ext uri="{FF2B5EF4-FFF2-40B4-BE49-F238E27FC236}">
                <a16:creationId xmlns:a16="http://schemas.microsoft.com/office/drawing/2014/main" id="{9D5FE071-E46A-02B6-EF9C-17EB716520F8}"/>
              </a:ext>
            </a:extLst>
          </p:cNvPr>
          <p:cNvPicPr>
            <a:picLocks noChangeAspect="1"/>
          </p:cNvPicPr>
          <p:nvPr/>
        </p:nvPicPr>
        <p:blipFill>
          <a:blip r:embed="rId2"/>
          <a:stretch>
            <a:fillRect/>
          </a:stretch>
        </p:blipFill>
        <p:spPr>
          <a:xfrm>
            <a:off x="502679" y="4176584"/>
            <a:ext cx="8138276" cy="1683460"/>
          </a:xfrm>
          <a:prstGeom prst="rect">
            <a:avLst/>
          </a:prstGeom>
        </p:spPr>
      </p:pic>
      <p:pic>
        <p:nvPicPr>
          <p:cNvPr id="8" name="Picture 7">
            <a:extLst>
              <a:ext uri="{FF2B5EF4-FFF2-40B4-BE49-F238E27FC236}">
                <a16:creationId xmlns:a16="http://schemas.microsoft.com/office/drawing/2014/main" id="{541DF5EA-7668-6030-BAC5-7A6F3CCC83BF}"/>
              </a:ext>
            </a:extLst>
          </p:cNvPr>
          <p:cNvPicPr>
            <a:picLocks noChangeAspect="1"/>
          </p:cNvPicPr>
          <p:nvPr/>
        </p:nvPicPr>
        <p:blipFill>
          <a:blip r:embed="rId3"/>
          <a:stretch>
            <a:fillRect/>
          </a:stretch>
        </p:blipFill>
        <p:spPr>
          <a:xfrm>
            <a:off x="8976476" y="4176584"/>
            <a:ext cx="3004579" cy="1176698"/>
          </a:xfrm>
          <a:prstGeom prst="rect">
            <a:avLst/>
          </a:prstGeom>
        </p:spPr>
      </p:pic>
      <p:sp>
        <p:nvSpPr>
          <p:cNvPr id="2" name="Slide Number Placeholder 1">
            <a:extLst>
              <a:ext uri="{FF2B5EF4-FFF2-40B4-BE49-F238E27FC236}">
                <a16:creationId xmlns:a16="http://schemas.microsoft.com/office/drawing/2014/main" id="{7A5AB913-2F6D-4DF5-BF93-F79ACFC6BA15}"/>
              </a:ext>
            </a:extLst>
          </p:cNvPr>
          <p:cNvSpPr>
            <a:spLocks noGrp="1"/>
          </p:cNvSpPr>
          <p:nvPr>
            <p:ph type="sldNum" sz="quarter" idx="12"/>
          </p:nvPr>
        </p:nvSpPr>
        <p:spPr/>
        <p:txBody>
          <a:bodyPr/>
          <a:lstStyle/>
          <a:p>
            <a:fld id="{8BBF3FFD-AC03-094B-B961-9EAA7FA243E8}" type="slidenum">
              <a:rPr lang="en-IL" smtClean="0">
                <a:solidFill>
                  <a:srgbClr val="FFC000"/>
                </a:solidFill>
              </a:rPr>
              <a:t>19</a:t>
            </a:fld>
            <a:endParaRPr lang="en-IL">
              <a:solidFill>
                <a:srgbClr val="FFC000"/>
              </a:solidFill>
            </a:endParaRPr>
          </a:p>
        </p:txBody>
      </p:sp>
    </p:spTree>
    <p:extLst>
      <p:ext uri="{BB962C8B-B14F-4D97-AF65-F5344CB8AC3E}">
        <p14:creationId xmlns:p14="http://schemas.microsoft.com/office/powerpoint/2010/main" val="939820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7AD55A-825C-07E2-4035-60BF01DA55A7}"/>
              </a:ext>
            </a:extLst>
          </p:cNvPr>
          <p:cNvSpPr>
            <a:spLocks noGrp="1"/>
          </p:cNvSpPr>
          <p:nvPr>
            <p:ph idx="1"/>
          </p:nvPr>
        </p:nvSpPr>
        <p:spPr/>
        <p:txBody>
          <a:bodyPr/>
          <a:lstStyle/>
          <a:p>
            <a:pPr marL="0" lvl="0" indent="0" algn="r" rtl="1">
              <a:lnSpc>
                <a:spcPct val="107000"/>
              </a:lnSpc>
              <a:spcAft>
                <a:spcPts val="800"/>
              </a:spcAft>
              <a:buNone/>
            </a:pPr>
            <a:r>
              <a:rPr lang="he-IL" sz="1600" dirty="0">
                <a:solidFill>
                  <a:srgbClr val="FFC000"/>
                </a:solidFill>
              </a:rPr>
              <a:t>3.</a:t>
            </a:r>
          </a:p>
          <a:p>
            <a:pPr marL="0" lvl="0" indent="0" algn="r" rtl="1">
              <a:lnSpc>
                <a:spcPct val="107000"/>
              </a:lnSpc>
              <a:spcAft>
                <a:spcPts val="800"/>
              </a:spcAft>
              <a:buNone/>
            </a:pPr>
            <a:r>
              <a:rPr lang="he-IL" sz="1600" dirty="0">
                <a:solidFill>
                  <a:srgbClr val="FFC000"/>
                </a:solidFill>
              </a:rPr>
              <a:t>מטרת הפקודה: </a:t>
            </a:r>
            <a:r>
              <a:rPr lang="he-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rPr>
              <a:t>מאמן רוצה לדעת מבין כל התחרויות מי מחזיק בשיא של קפיצה לגובה ומה השיא.</a:t>
            </a:r>
            <a:endParaRPr lang="en-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en-US" sz="1600" dirty="0">
                <a:solidFill>
                  <a:srgbClr val="FFC000"/>
                </a:solidFill>
              </a:rPr>
              <a:t> </a:t>
            </a:r>
            <a:r>
              <a:rPr lang="he-IL" sz="1600" dirty="0">
                <a:solidFill>
                  <a:schemeClr val="bg2"/>
                </a:solidFill>
              </a:rPr>
              <a:t>מאמן בבית ספר.</a:t>
            </a:r>
          </a:p>
          <a:p>
            <a:pPr marL="228600" indent="-228600" algn="r" defTabSz="914400" rtl="1" eaLnBrk="1" latinLnBrk="0" hangingPunct="1">
              <a:lnSpc>
                <a:spcPct val="90000"/>
              </a:lnSpc>
              <a:spcBef>
                <a:spcPts val="1000"/>
              </a:spcBef>
              <a:buFont typeface="Arial" panose="020B0604020202020204" pitchFamily="34" charset="0"/>
              <a:buChar char="•"/>
            </a:pPr>
            <a:endParaRPr lang="en-IL" dirty="0"/>
          </a:p>
        </p:txBody>
      </p:sp>
      <p:sp>
        <p:nvSpPr>
          <p:cNvPr id="4" name="Title 1">
            <a:extLst>
              <a:ext uri="{FF2B5EF4-FFF2-40B4-BE49-F238E27FC236}">
                <a16:creationId xmlns:a16="http://schemas.microsoft.com/office/drawing/2014/main" id="{26C9F63B-9C6B-9FB2-53E2-5B94AAFA303F}"/>
              </a:ext>
            </a:extLst>
          </p:cNvPr>
          <p:cNvSpPr>
            <a:spLocks noGrp="1"/>
          </p:cNvSpPr>
          <p:nvPr>
            <p:ph type="title"/>
          </p:nvPr>
        </p:nvSpPr>
        <p:spPr/>
        <p:txBody>
          <a:bodyPr/>
          <a:lstStyle/>
          <a:p>
            <a:pPr algn="ctr"/>
            <a:r>
              <a:rPr lang="en-US" dirty="0"/>
              <a:t>A</a:t>
            </a:r>
            <a:r>
              <a:rPr lang="en-IL" dirty="0"/>
              <a:t> </a:t>
            </a:r>
            <a:r>
              <a:rPr lang="he-IL" dirty="0">
                <a:solidFill>
                  <a:schemeClr val="bg1"/>
                </a:solidFill>
              </a:rPr>
              <a:t>שאילתות</a:t>
            </a:r>
            <a:endParaRPr lang="en-IL" dirty="0"/>
          </a:p>
        </p:txBody>
      </p:sp>
      <p:pic>
        <p:nvPicPr>
          <p:cNvPr id="6" name="Picture 5">
            <a:extLst>
              <a:ext uri="{FF2B5EF4-FFF2-40B4-BE49-F238E27FC236}">
                <a16:creationId xmlns:a16="http://schemas.microsoft.com/office/drawing/2014/main" id="{D3D84A77-D245-0934-3BE3-4AD89205BC3D}"/>
              </a:ext>
            </a:extLst>
          </p:cNvPr>
          <p:cNvPicPr>
            <a:picLocks noChangeAspect="1"/>
          </p:cNvPicPr>
          <p:nvPr/>
        </p:nvPicPr>
        <p:blipFill>
          <a:blip r:embed="rId2"/>
          <a:stretch>
            <a:fillRect/>
          </a:stretch>
        </p:blipFill>
        <p:spPr>
          <a:xfrm>
            <a:off x="185350" y="4065373"/>
            <a:ext cx="8353741" cy="1151695"/>
          </a:xfrm>
          <a:prstGeom prst="rect">
            <a:avLst/>
          </a:prstGeom>
        </p:spPr>
      </p:pic>
      <p:pic>
        <p:nvPicPr>
          <p:cNvPr id="10" name="Picture 9">
            <a:extLst>
              <a:ext uri="{FF2B5EF4-FFF2-40B4-BE49-F238E27FC236}">
                <a16:creationId xmlns:a16="http://schemas.microsoft.com/office/drawing/2014/main" id="{6D89A66A-0A34-F1AD-994E-3A05F736B5C4}"/>
              </a:ext>
            </a:extLst>
          </p:cNvPr>
          <p:cNvPicPr>
            <a:picLocks noChangeAspect="1"/>
          </p:cNvPicPr>
          <p:nvPr/>
        </p:nvPicPr>
        <p:blipFill>
          <a:blip r:embed="rId3"/>
          <a:stretch>
            <a:fillRect/>
          </a:stretch>
        </p:blipFill>
        <p:spPr>
          <a:xfrm>
            <a:off x="8799727" y="4065373"/>
            <a:ext cx="2921000" cy="990600"/>
          </a:xfrm>
          <a:prstGeom prst="rect">
            <a:avLst/>
          </a:prstGeom>
        </p:spPr>
      </p:pic>
      <p:sp>
        <p:nvSpPr>
          <p:cNvPr id="2" name="Slide Number Placeholder 1">
            <a:extLst>
              <a:ext uri="{FF2B5EF4-FFF2-40B4-BE49-F238E27FC236}">
                <a16:creationId xmlns:a16="http://schemas.microsoft.com/office/drawing/2014/main" id="{E78B7C33-315F-E59C-CDE9-16F1FAD3B022}"/>
              </a:ext>
            </a:extLst>
          </p:cNvPr>
          <p:cNvSpPr>
            <a:spLocks noGrp="1"/>
          </p:cNvSpPr>
          <p:nvPr>
            <p:ph type="sldNum" sz="quarter" idx="12"/>
          </p:nvPr>
        </p:nvSpPr>
        <p:spPr/>
        <p:txBody>
          <a:bodyPr/>
          <a:lstStyle/>
          <a:p>
            <a:fld id="{8BBF3FFD-AC03-094B-B961-9EAA7FA243E8}" type="slidenum">
              <a:rPr lang="en-IL" smtClean="0">
                <a:solidFill>
                  <a:srgbClr val="FFC000"/>
                </a:solidFill>
              </a:rPr>
              <a:t>20</a:t>
            </a:fld>
            <a:endParaRPr lang="en-IL">
              <a:solidFill>
                <a:srgbClr val="FFC000"/>
              </a:solidFill>
            </a:endParaRPr>
          </a:p>
        </p:txBody>
      </p:sp>
    </p:spTree>
    <p:extLst>
      <p:ext uri="{BB962C8B-B14F-4D97-AF65-F5344CB8AC3E}">
        <p14:creationId xmlns:p14="http://schemas.microsoft.com/office/powerpoint/2010/main" val="1957413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29710E-E179-B1AF-FAF6-355C9A608365}"/>
              </a:ext>
            </a:extLst>
          </p:cNvPr>
          <p:cNvSpPr>
            <a:spLocks noGrp="1"/>
          </p:cNvSpPr>
          <p:nvPr>
            <p:ph idx="1"/>
          </p:nvPr>
        </p:nvSpPr>
        <p:spPr/>
        <p:txBody>
          <a:bodyPr/>
          <a:lstStyle/>
          <a:p>
            <a:pPr marL="0" lvl="0" indent="0" algn="r" rtl="1">
              <a:lnSpc>
                <a:spcPct val="107000"/>
              </a:lnSpc>
              <a:spcAft>
                <a:spcPts val="800"/>
              </a:spcAft>
              <a:buNone/>
            </a:pPr>
            <a:r>
              <a:rPr lang="he-IL" sz="1600" dirty="0">
                <a:solidFill>
                  <a:srgbClr val="FFC000"/>
                </a:solidFill>
              </a:rPr>
              <a:t>4.</a:t>
            </a:r>
          </a:p>
          <a:p>
            <a:pPr marL="0" lvl="0" indent="0" algn="r" rtl="1">
              <a:lnSpc>
                <a:spcPct val="107000"/>
              </a:lnSpc>
              <a:spcAft>
                <a:spcPts val="800"/>
              </a:spcAft>
              <a:buNone/>
            </a:pPr>
            <a:r>
              <a:rPr lang="he-IL" sz="1600" dirty="0">
                <a:solidFill>
                  <a:srgbClr val="FFC000"/>
                </a:solidFill>
              </a:rPr>
              <a:t>מטרת הפקודה: </a:t>
            </a:r>
            <a:r>
              <a:rPr lang="he-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rPr>
              <a:t>למאמן יש אתלטית בשם אביגיל בראון שהוא רואה בה פוטנציאל לא ממומש. המטרה שלו היא להפוך אותה לקופצת רוחק הטובה ביותר. המאמן צריך לדעת מה הוא השיא כרגע מכל התחרויות של קפיצה לרוחק וכמה אביגיל רחוקה מהשיא.</a:t>
            </a:r>
            <a:endParaRPr lang="en-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en-US" sz="1600" dirty="0">
                <a:solidFill>
                  <a:srgbClr val="FFC000"/>
                </a:solidFill>
              </a:rPr>
              <a:t> </a:t>
            </a:r>
            <a:r>
              <a:rPr lang="he-IL" sz="1600" dirty="0">
                <a:solidFill>
                  <a:schemeClr val="bg2"/>
                </a:solidFill>
              </a:rPr>
              <a:t>מאמן בבית ספר.</a:t>
            </a:r>
          </a:p>
          <a:p>
            <a:pPr marL="228600" indent="-228600" algn="r" defTabSz="914400" rtl="1" eaLnBrk="1" latinLnBrk="0" hangingPunct="1">
              <a:lnSpc>
                <a:spcPct val="90000"/>
              </a:lnSpc>
              <a:spcBef>
                <a:spcPts val="1000"/>
              </a:spcBef>
              <a:buFont typeface="Arial" panose="020B0604020202020204" pitchFamily="34" charset="0"/>
              <a:buChar char="•"/>
            </a:pPr>
            <a:endParaRPr lang="he-IL" dirty="0"/>
          </a:p>
          <a:p>
            <a:pPr marL="228600" indent="-228600" algn="r" defTabSz="914400" rtl="1" eaLnBrk="1" latinLnBrk="0" hangingPunct="1">
              <a:lnSpc>
                <a:spcPct val="90000"/>
              </a:lnSpc>
              <a:spcBef>
                <a:spcPts val="1000"/>
              </a:spcBef>
              <a:buFont typeface="Arial" panose="020B0604020202020204" pitchFamily="34" charset="0"/>
              <a:buChar char="•"/>
            </a:pPr>
            <a:endParaRPr lang="he-IL" dirty="0"/>
          </a:p>
          <a:p>
            <a:pPr marL="228600" indent="-228600" algn="r" defTabSz="914400" rtl="1" eaLnBrk="1" latinLnBrk="0" hangingPunct="1">
              <a:lnSpc>
                <a:spcPct val="90000"/>
              </a:lnSpc>
              <a:spcBef>
                <a:spcPts val="1000"/>
              </a:spcBef>
              <a:buFont typeface="Arial" panose="020B0604020202020204" pitchFamily="34" charset="0"/>
              <a:buChar char="•"/>
            </a:pPr>
            <a:endParaRPr lang="en-IL" dirty="0"/>
          </a:p>
        </p:txBody>
      </p:sp>
      <p:sp>
        <p:nvSpPr>
          <p:cNvPr id="4" name="Title 1">
            <a:extLst>
              <a:ext uri="{FF2B5EF4-FFF2-40B4-BE49-F238E27FC236}">
                <a16:creationId xmlns:a16="http://schemas.microsoft.com/office/drawing/2014/main" id="{A85544FC-3B5A-8F97-2C7B-5061D22100EE}"/>
              </a:ext>
            </a:extLst>
          </p:cNvPr>
          <p:cNvSpPr>
            <a:spLocks noGrp="1"/>
          </p:cNvSpPr>
          <p:nvPr>
            <p:ph type="title"/>
          </p:nvPr>
        </p:nvSpPr>
        <p:spPr/>
        <p:txBody>
          <a:bodyPr/>
          <a:lstStyle/>
          <a:p>
            <a:pPr algn="ctr"/>
            <a:r>
              <a:rPr lang="en-US" dirty="0"/>
              <a:t>A</a:t>
            </a:r>
            <a:r>
              <a:rPr lang="en-IL" dirty="0"/>
              <a:t> </a:t>
            </a:r>
            <a:r>
              <a:rPr lang="he-IL" dirty="0">
                <a:solidFill>
                  <a:schemeClr val="bg1"/>
                </a:solidFill>
              </a:rPr>
              <a:t>שאילתות</a:t>
            </a:r>
            <a:endParaRPr lang="en-IL" dirty="0"/>
          </a:p>
        </p:txBody>
      </p:sp>
      <p:pic>
        <p:nvPicPr>
          <p:cNvPr id="6" name="Picture 5">
            <a:extLst>
              <a:ext uri="{FF2B5EF4-FFF2-40B4-BE49-F238E27FC236}">
                <a16:creationId xmlns:a16="http://schemas.microsoft.com/office/drawing/2014/main" id="{3E78EC81-109D-D98F-4F0B-20536361AC56}"/>
              </a:ext>
            </a:extLst>
          </p:cNvPr>
          <p:cNvPicPr>
            <a:picLocks noChangeAspect="1"/>
          </p:cNvPicPr>
          <p:nvPr/>
        </p:nvPicPr>
        <p:blipFill>
          <a:blip r:embed="rId2"/>
          <a:stretch>
            <a:fillRect/>
          </a:stretch>
        </p:blipFill>
        <p:spPr>
          <a:xfrm>
            <a:off x="259491" y="3582308"/>
            <a:ext cx="7772400" cy="2729592"/>
          </a:xfrm>
          <a:prstGeom prst="rect">
            <a:avLst/>
          </a:prstGeom>
        </p:spPr>
      </p:pic>
      <p:pic>
        <p:nvPicPr>
          <p:cNvPr id="8" name="Picture 7">
            <a:extLst>
              <a:ext uri="{FF2B5EF4-FFF2-40B4-BE49-F238E27FC236}">
                <a16:creationId xmlns:a16="http://schemas.microsoft.com/office/drawing/2014/main" id="{26509892-28D8-0648-996E-1D313B19D074}"/>
              </a:ext>
            </a:extLst>
          </p:cNvPr>
          <p:cNvPicPr>
            <a:picLocks noChangeAspect="1"/>
          </p:cNvPicPr>
          <p:nvPr/>
        </p:nvPicPr>
        <p:blipFill>
          <a:blip r:embed="rId3"/>
          <a:stretch>
            <a:fillRect/>
          </a:stretch>
        </p:blipFill>
        <p:spPr>
          <a:xfrm>
            <a:off x="8700358" y="3582308"/>
            <a:ext cx="2501900" cy="2729592"/>
          </a:xfrm>
          <a:prstGeom prst="rect">
            <a:avLst/>
          </a:prstGeom>
        </p:spPr>
      </p:pic>
      <p:sp>
        <p:nvSpPr>
          <p:cNvPr id="2" name="Slide Number Placeholder 1">
            <a:extLst>
              <a:ext uri="{FF2B5EF4-FFF2-40B4-BE49-F238E27FC236}">
                <a16:creationId xmlns:a16="http://schemas.microsoft.com/office/drawing/2014/main" id="{93A26E6D-E963-A1F5-F742-D8B5A95D5755}"/>
              </a:ext>
            </a:extLst>
          </p:cNvPr>
          <p:cNvSpPr>
            <a:spLocks noGrp="1"/>
          </p:cNvSpPr>
          <p:nvPr>
            <p:ph type="sldNum" sz="quarter" idx="12"/>
          </p:nvPr>
        </p:nvSpPr>
        <p:spPr/>
        <p:txBody>
          <a:bodyPr/>
          <a:lstStyle/>
          <a:p>
            <a:fld id="{8BBF3FFD-AC03-094B-B961-9EAA7FA243E8}" type="slidenum">
              <a:rPr lang="en-IL" smtClean="0">
                <a:solidFill>
                  <a:srgbClr val="FFC000"/>
                </a:solidFill>
              </a:rPr>
              <a:t>21</a:t>
            </a:fld>
            <a:endParaRPr lang="en-IL">
              <a:solidFill>
                <a:srgbClr val="FFC000"/>
              </a:solidFill>
            </a:endParaRPr>
          </a:p>
        </p:txBody>
      </p:sp>
    </p:spTree>
    <p:extLst>
      <p:ext uri="{BB962C8B-B14F-4D97-AF65-F5344CB8AC3E}">
        <p14:creationId xmlns:p14="http://schemas.microsoft.com/office/powerpoint/2010/main" val="2942930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B49E45-2B83-D89A-81E5-51B3A0054843}"/>
              </a:ext>
            </a:extLst>
          </p:cNvPr>
          <p:cNvSpPr>
            <a:spLocks noGrp="1"/>
          </p:cNvSpPr>
          <p:nvPr>
            <p:ph idx="1"/>
          </p:nvPr>
        </p:nvSpPr>
        <p:spPr/>
        <p:txBody>
          <a:bodyPr/>
          <a:lstStyle/>
          <a:p>
            <a:pPr marL="0" lvl="0" indent="0" algn="r" rtl="1">
              <a:lnSpc>
                <a:spcPct val="107000"/>
              </a:lnSpc>
              <a:spcAft>
                <a:spcPts val="800"/>
              </a:spcAft>
              <a:buNone/>
            </a:pPr>
            <a:r>
              <a:rPr lang="he-IL" sz="1600" dirty="0">
                <a:solidFill>
                  <a:srgbClr val="FFC000"/>
                </a:solidFill>
              </a:rPr>
              <a:t>5.</a:t>
            </a:r>
          </a:p>
          <a:p>
            <a:pPr marL="0" lvl="0" indent="0" algn="r" rtl="1">
              <a:lnSpc>
                <a:spcPct val="107000"/>
              </a:lnSpc>
              <a:spcAft>
                <a:spcPts val="800"/>
              </a:spcAft>
              <a:buNone/>
            </a:pPr>
            <a:r>
              <a:rPr lang="he-IL" sz="1600" dirty="0">
                <a:solidFill>
                  <a:srgbClr val="FFC000"/>
                </a:solidFill>
              </a:rPr>
              <a:t>מטרת הפקודה: </a:t>
            </a:r>
            <a:r>
              <a:rPr lang="he-IL" sz="1600" dirty="0">
                <a:solidFill>
                  <a:schemeClr val="bg2"/>
                </a:solidFill>
                <a:latin typeface="Calibri" panose="020F0502020204030204" pitchFamily="34" charset="0"/>
                <a:cs typeface="Arial" panose="020B0604020202020204" pitchFamily="34" charset="0"/>
              </a:rPr>
              <a:t>אתלטית בשם סופי בן עמי (200000046) מעוניינת לדעת בכמה תחרויות היא השתתפה בסך הכל.</a:t>
            </a:r>
            <a:endParaRPr lang="en-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en-US" sz="1600" dirty="0">
                <a:solidFill>
                  <a:srgbClr val="FFC000"/>
                </a:solidFill>
              </a:rPr>
              <a:t> </a:t>
            </a:r>
            <a:r>
              <a:rPr lang="he-IL" sz="1600" dirty="0">
                <a:solidFill>
                  <a:schemeClr val="bg2"/>
                </a:solidFill>
              </a:rPr>
              <a:t>אתלט בבית ספר.</a:t>
            </a: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228600" indent="-228600" algn="r" defTabSz="914400" rtl="1" eaLnBrk="1" latinLnBrk="0" hangingPunct="1">
              <a:lnSpc>
                <a:spcPct val="90000"/>
              </a:lnSpc>
              <a:spcBef>
                <a:spcPts val="1000"/>
              </a:spcBef>
              <a:buFont typeface="Arial" panose="020B0604020202020204" pitchFamily="34" charset="0"/>
              <a:buChar char="•"/>
            </a:pPr>
            <a:endParaRPr lang="en-IL" dirty="0"/>
          </a:p>
        </p:txBody>
      </p:sp>
      <p:sp>
        <p:nvSpPr>
          <p:cNvPr id="4" name="Title 1">
            <a:extLst>
              <a:ext uri="{FF2B5EF4-FFF2-40B4-BE49-F238E27FC236}">
                <a16:creationId xmlns:a16="http://schemas.microsoft.com/office/drawing/2014/main" id="{168E5677-6B51-848E-FB1B-CE7692D09C28}"/>
              </a:ext>
            </a:extLst>
          </p:cNvPr>
          <p:cNvSpPr>
            <a:spLocks noGrp="1"/>
          </p:cNvSpPr>
          <p:nvPr>
            <p:ph type="title"/>
          </p:nvPr>
        </p:nvSpPr>
        <p:spPr/>
        <p:txBody>
          <a:bodyPr/>
          <a:lstStyle/>
          <a:p>
            <a:pPr algn="ctr"/>
            <a:r>
              <a:rPr lang="en-US" dirty="0"/>
              <a:t>A</a:t>
            </a:r>
            <a:r>
              <a:rPr lang="en-IL" dirty="0"/>
              <a:t> </a:t>
            </a:r>
            <a:r>
              <a:rPr lang="he-IL" dirty="0">
                <a:solidFill>
                  <a:schemeClr val="bg1"/>
                </a:solidFill>
              </a:rPr>
              <a:t>שאילתות</a:t>
            </a:r>
            <a:endParaRPr lang="en-IL" dirty="0"/>
          </a:p>
        </p:txBody>
      </p:sp>
      <p:pic>
        <p:nvPicPr>
          <p:cNvPr id="6" name="Picture 5">
            <a:extLst>
              <a:ext uri="{FF2B5EF4-FFF2-40B4-BE49-F238E27FC236}">
                <a16:creationId xmlns:a16="http://schemas.microsoft.com/office/drawing/2014/main" id="{8198519A-83C5-8B66-5CC2-BD9BF9A0A4B6}"/>
              </a:ext>
            </a:extLst>
          </p:cNvPr>
          <p:cNvPicPr>
            <a:picLocks noChangeAspect="1"/>
          </p:cNvPicPr>
          <p:nvPr/>
        </p:nvPicPr>
        <p:blipFill>
          <a:blip r:embed="rId2"/>
          <a:stretch>
            <a:fillRect/>
          </a:stretch>
        </p:blipFill>
        <p:spPr>
          <a:xfrm>
            <a:off x="298106" y="4176069"/>
            <a:ext cx="7772400" cy="929712"/>
          </a:xfrm>
          <a:prstGeom prst="rect">
            <a:avLst/>
          </a:prstGeom>
        </p:spPr>
      </p:pic>
      <p:pic>
        <p:nvPicPr>
          <p:cNvPr id="8" name="Picture 7">
            <a:extLst>
              <a:ext uri="{FF2B5EF4-FFF2-40B4-BE49-F238E27FC236}">
                <a16:creationId xmlns:a16="http://schemas.microsoft.com/office/drawing/2014/main" id="{56FE0284-5DAC-20F5-DF70-31AC2962752B}"/>
              </a:ext>
            </a:extLst>
          </p:cNvPr>
          <p:cNvPicPr>
            <a:picLocks noChangeAspect="1"/>
          </p:cNvPicPr>
          <p:nvPr/>
        </p:nvPicPr>
        <p:blipFill>
          <a:blip r:embed="rId3"/>
          <a:stretch>
            <a:fillRect/>
          </a:stretch>
        </p:blipFill>
        <p:spPr>
          <a:xfrm>
            <a:off x="8375822" y="4176069"/>
            <a:ext cx="3200400" cy="876300"/>
          </a:xfrm>
          <a:prstGeom prst="rect">
            <a:avLst/>
          </a:prstGeom>
        </p:spPr>
      </p:pic>
      <p:sp>
        <p:nvSpPr>
          <p:cNvPr id="2" name="Slide Number Placeholder 1">
            <a:extLst>
              <a:ext uri="{FF2B5EF4-FFF2-40B4-BE49-F238E27FC236}">
                <a16:creationId xmlns:a16="http://schemas.microsoft.com/office/drawing/2014/main" id="{49505D74-5A60-D8D0-56B9-42914A4857A0}"/>
              </a:ext>
            </a:extLst>
          </p:cNvPr>
          <p:cNvSpPr>
            <a:spLocks noGrp="1"/>
          </p:cNvSpPr>
          <p:nvPr>
            <p:ph type="sldNum" sz="quarter" idx="12"/>
          </p:nvPr>
        </p:nvSpPr>
        <p:spPr/>
        <p:txBody>
          <a:bodyPr/>
          <a:lstStyle/>
          <a:p>
            <a:fld id="{8BBF3FFD-AC03-094B-B961-9EAA7FA243E8}" type="slidenum">
              <a:rPr lang="en-IL" smtClean="0">
                <a:solidFill>
                  <a:srgbClr val="FFC000"/>
                </a:solidFill>
              </a:rPr>
              <a:t>22</a:t>
            </a:fld>
            <a:endParaRPr lang="en-IL" dirty="0">
              <a:solidFill>
                <a:srgbClr val="FFC000"/>
              </a:solidFill>
            </a:endParaRPr>
          </a:p>
        </p:txBody>
      </p:sp>
    </p:spTree>
    <p:extLst>
      <p:ext uri="{BB962C8B-B14F-4D97-AF65-F5344CB8AC3E}">
        <p14:creationId xmlns:p14="http://schemas.microsoft.com/office/powerpoint/2010/main" val="3662548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B49E45-2B83-D89A-81E5-51B3A0054843}"/>
              </a:ext>
            </a:extLst>
          </p:cNvPr>
          <p:cNvSpPr>
            <a:spLocks noGrp="1"/>
          </p:cNvSpPr>
          <p:nvPr>
            <p:ph idx="1"/>
          </p:nvPr>
        </p:nvSpPr>
        <p:spPr/>
        <p:txBody>
          <a:bodyPr/>
          <a:lstStyle/>
          <a:p>
            <a:pPr marL="0" lvl="0" indent="0" algn="r" rtl="1">
              <a:lnSpc>
                <a:spcPct val="107000"/>
              </a:lnSpc>
              <a:spcAft>
                <a:spcPts val="800"/>
              </a:spcAft>
              <a:buNone/>
            </a:pPr>
            <a:r>
              <a:rPr lang="he-IL" sz="1600" dirty="0">
                <a:solidFill>
                  <a:srgbClr val="FFC000"/>
                </a:solidFill>
              </a:rPr>
              <a:t>6.</a:t>
            </a:r>
          </a:p>
          <a:p>
            <a:pPr marL="0" lvl="0" indent="0" algn="r" rtl="1">
              <a:lnSpc>
                <a:spcPct val="107000"/>
              </a:lnSpc>
              <a:spcAft>
                <a:spcPts val="800"/>
              </a:spcAft>
              <a:buNone/>
            </a:pPr>
            <a:r>
              <a:rPr lang="he-IL" sz="1600" dirty="0">
                <a:solidFill>
                  <a:srgbClr val="FFC000"/>
                </a:solidFill>
              </a:rPr>
              <a:t>מטרת הפקודה: </a:t>
            </a:r>
            <a:r>
              <a:rPr lang="he-IL" sz="1600" dirty="0">
                <a:solidFill>
                  <a:schemeClr val="bg2"/>
                </a:solidFill>
                <a:latin typeface="Calibri" panose="020F0502020204030204" pitchFamily="34" charset="0"/>
                <a:cs typeface="Arial" panose="020B0604020202020204" pitchFamily="34" charset="0"/>
              </a:rPr>
              <a:t>אתלט מעוניין לדעת מהי התוצאה הממוצעת בכל בית ספר ברחבי ישראל בקפיצה לגובה.</a:t>
            </a:r>
            <a:endParaRPr lang="en-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en-US" sz="1600" dirty="0">
                <a:solidFill>
                  <a:srgbClr val="FFC000"/>
                </a:solidFill>
              </a:rPr>
              <a:t> </a:t>
            </a:r>
            <a:r>
              <a:rPr lang="he-IL" sz="1600" dirty="0">
                <a:solidFill>
                  <a:schemeClr val="bg2"/>
                </a:solidFill>
              </a:rPr>
              <a:t>אתלט בבית ספר.</a:t>
            </a: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228600" indent="-228600" algn="r" defTabSz="914400" rtl="1" eaLnBrk="1" latinLnBrk="0" hangingPunct="1">
              <a:lnSpc>
                <a:spcPct val="90000"/>
              </a:lnSpc>
              <a:spcBef>
                <a:spcPts val="1000"/>
              </a:spcBef>
              <a:buFont typeface="Arial" panose="020B0604020202020204" pitchFamily="34" charset="0"/>
              <a:buChar char="•"/>
            </a:pPr>
            <a:endParaRPr lang="en-IL" dirty="0"/>
          </a:p>
        </p:txBody>
      </p:sp>
      <p:sp>
        <p:nvSpPr>
          <p:cNvPr id="4" name="Title 1">
            <a:extLst>
              <a:ext uri="{FF2B5EF4-FFF2-40B4-BE49-F238E27FC236}">
                <a16:creationId xmlns:a16="http://schemas.microsoft.com/office/drawing/2014/main" id="{168E5677-6B51-848E-FB1B-CE7692D09C28}"/>
              </a:ext>
            </a:extLst>
          </p:cNvPr>
          <p:cNvSpPr>
            <a:spLocks noGrp="1"/>
          </p:cNvSpPr>
          <p:nvPr>
            <p:ph type="title"/>
          </p:nvPr>
        </p:nvSpPr>
        <p:spPr/>
        <p:txBody>
          <a:bodyPr/>
          <a:lstStyle/>
          <a:p>
            <a:pPr algn="ctr"/>
            <a:r>
              <a:rPr lang="en-US" dirty="0"/>
              <a:t>A</a:t>
            </a:r>
            <a:r>
              <a:rPr lang="en-IL" dirty="0"/>
              <a:t> </a:t>
            </a:r>
            <a:r>
              <a:rPr lang="he-IL" dirty="0">
                <a:solidFill>
                  <a:schemeClr val="bg1"/>
                </a:solidFill>
              </a:rPr>
              <a:t>שאילתות</a:t>
            </a:r>
            <a:endParaRPr lang="en-IL" dirty="0"/>
          </a:p>
        </p:txBody>
      </p:sp>
      <p:pic>
        <p:nvPicPr>
          <p:cNvPr id="11" name="Picture 10">
            <a:extLst>
              <a:ext uri="{FF2B5EF4-FFF2-40B4-BE49-F238E27FC236}">
                <a16:creationId xmlns:a16="http://schemas.microsoft.com/office/drawing/2014/main" id="{9DB152CA-D878-9776-ED93-3BEC6924F560}"/>
              </a:ext>
            </a:extLst>
          </p:cNvPr>
          <p:cNvPicPr>
            <a:picLocks noChangeAspect="1"/>
          </p:cNvPicPr>
          <p:nvPr/>
        </p:nvPicPr>
        <p:blipFill>
          <a:blip r:embed="rId2"/>
          <a:stretch>
            <a:fillRect/>
          </a:stretch>
        </p:blipFill>
        <p:spPr>
          <a:xfrm>
            <a:off x="312008" y="3866978"/>
            <a:ext cx="7772400" cy="1090863"/>
          </a:xfrm>
          <a:prstGeom prst="rect">
            <a:avLst/>
          </a:prstGeom>
        </p:spPr>
      </p:pic>
      <p:pic>
        <p:nvPicPr>
          <p:cNvPr id="13" name="Picture 12">
            <a:extLst>
              <a:ext uri="{FF2B5EF4-FFF2-40B4-BE49-F238E27FC236}">
                <a16:creationId xmlns:a16="http://schemas.microsoft.com/office/drawing/2014/main" id="{2F9A2DC1-35CE-FC72-BEAC-7852F59F958F}"/>
              </a:ext>
            </a:extLst>
          </p:cNvPr>
          <p:cNvPicPr>
            <a:picLocks noChangeAspect="1"/>
          </p:cNvPicPr>
          <p:nvPr/>
        </p:nvPicPr>
        <p:blipFill>
          <a:blip r:embed="rId3"/>
          <a:stretch>
            <a:fillRect/>
          </a:stretch>
        </p:blipFill>
        <p:spPr>
          <a:xfrm>
            <a:off x="8374792" y="3866978"/>
            <a:ext cx="3505200" cy="1524000"/>
          </a:xfrm>
          <a:prstGeom prst="rect">
            <a:avLst/>
          </a:prstGeom>
        </p:spPr>
      </p:pic>
      <p:sp>
        <p:nvSpPr>
          <p:cNvPr id="2" name="Slide Number Placeholder 1">
            <a:extLst>
              <a:ext uri="{FF2B5EF4-FFF2-40B4-BE49-F238E27FC236}">
                <a16:creationId xmlns:a16="http://schemas.microsoft.com/office/drawing/2014/main" id="{874A70D4-E28C-A040-53C2-A365B94C369B}"/>
              </a:ext>
            </a:extLst>
          </p:cNvPr>
          <p:cNvSpPr>
            <a:spLocks noGrp="1"/>
          </p:cNvSpPr>
          <p:nvPr>
            <p:ph type="sldNum" sz="quarter" idx="12"/>
          </p:nvPr>
        </p:nvSpPr>
        <p:spPr/>
        <p:txBody>
          <a:bodyPr/>
          <a:lstStyle/>
          <a:p>
            <a:fld id="{8BBF3FFD-AC03-094B-B961-9EAA7FA243E8}" type="slidenum">
              <a:rPr lang="en-IL" smtClean="0">
                <a:solidFill>
                  <a:srgbClr val="FFC000"/>
                </a:solidFill>
              </a:rPr>
              <a:t>23</a:t>
            </a:fld>
            <a:endParaRPr lang="en-IL">
              <a:solidFill>
                <a:srgbClr val="FFC000"/>
              </a:solidFill>
            </a:endParaRPr>
          </a:p>
        </p:txBody>
      </p:sp>
    </p:spTree>
    <p:extLst>
      <p:ext uri="{BB962C8B-B14F-4D97-AF65-F5344CB8AC3E}">
        <p14:creationId xmlns:p14="http://schemas.microsoft.com/office/powerpoint/2010/main" val="1055562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B49E45-2B83-D89A-81E5-51B3A0054843}"/>
              </a:ext>
            </a:extLst>
          </p:cNvPr>
          <p:cNvSpPr>
            <a:spLocks noGrp="1"/>
          </p:cNvSpPr>
          <p:nvPr>
            <p:ph idx="1"/>
          </p:nvPr>
        </p:nvSpPr>
        <p:spPr/>
        <p:txBody>
          <a:bodyPr/>
          <a:lstStyle/>
          <a:p>
            <a:pPr marL="0" lvl="0" indent="0" algn="r" rtl="1">
              <a:lnSpc>
                <a:spcPct val="107000"/>
              </a:lnSpc>
              <a:spcAft>
                <a:spcPts val="800"/>
              </a:spcAft>
              <a:buNone/>
            </a:pPr>
            <a:r>
              <a:rPr lang="en-US" sz="1600" dirty="0">
                <a:solidFill>
                  <a:srgbClr val="FFC000"/>
                </a:solidFill>
              </a:rPr>
              <a:t>7</a:t>
            </a:r>
            <a:r>
              <a:rPr lang="he-IL" sz="1600" dirty="0">
                <a:solidFill>
                  <a:srgbClr val="FFC000"/>
                </a:solidFill>
              </a:rPr>
              <a:t>.</a:t>
            </a:r>
          </a:p>
          <a:p>
            <a:pPr marL="0" lvl="0" indent="0" algn="r" rtl="1">
              <a:lnSpc>
                <a:spcPct val="107000"/>
              </a:lnSpc>
              <a:spcAft>
                <a:spcPts val="800"/>
              </a:spcAft>
              <a:buNone/>
            </a:pPr>
            <a:r>
              <a:rPr lang="he-IL" sz="1600" dirty="0">
                <a:solidFill>
                  <a:srgbClr val="FFC000"/>
                </a:solidFill>
              </a:rPr>
              <a:t>מטרת הפקודה: </a:t>
            </a:r>
            <a:r>
              <a:rPr lang="he-IL" sz="1600" dirty="0">
                <a:solidFill>
                  <a:schemeClr val="bg2"/>
                </a:solidFill>
                <a:latin typeface="Calibri" panose="020F0502020204030204" pitchFamily="34" charset="0"/>
                <a:cs typeface="Arial" panose="020B0604020202020204" pitchFamily="34" charset="0"/>
              </a:rPr>
              <a:t>אתלט בעל תעודת זהות 200000001 מעוניין לדעת מהי התוצאה הכי טובה שלו בקפיצה לרוחק ובאיזה תחרות היא קרתה- שם תחרות ותאריך.</a:t>
            </a:r>
            <a:endParaRPr lang="en-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en-US" sz="1600" dirty="0">
                <a:solidFill>
                  <a:srgbClr val="FFC000"/>
                </a:solidFill>
              </a:rPr>
              <a:t> </a:t>
            </a:r>
            <a:r>
              <a:rPr lang="he-IL" sz="1600" dirty="0">
                <a:solidFill>
                  <a:schemeClr val="bg2"/>
                </a:solidFill>
              </a:rPr>
              <a:t>אתלט בבית ספר.</a:t>
            </a: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228600" indent="-228600" algn="r" defTabSz="914400" rtl="1" eaLnBrk="1" latinLnBrk="0" hangingPunct="1">
              <a:lnSpc>
                <a:spcPct val="90000"/>
              </a:lnSpc>
              <a:spcBef>
                <a:spcPts val="1000"/>
              </a:spcBef>
              <a:buFont typeface="Arial" panose="020B0604020202020204" pitchFamily="34" charset="0"/>
              <a:buChar char="•"/>
            </a:pPr>
            <a:endParaRPr lang="en-IL" dirty="0"/>
          </a:p>
        </p:txBody>
      </p:sp>
      <p:sp>
        <p:nvSpPr>
          <p:cNvPr id="4" name="Title 1">
            <a:extLst>
              <a:ext uri="{FF2B5EF4-FFF2-40B4-BE49-F238E27FC236}">
                <a16:creationId xmlns:a16="http://schemas.microsoft.com/office/drawing/2014/main" id="{168E5677-6B51-848E-FB1B-CE7692D09C28}"/>
              </a:ext>
            </a:extLst>
          </p:cNvPr>
          <p:cNvSpPr>
            <a:spLocks noGrp="1"/>
          </p:cNvSpPr>
          <p:nvPr>
            <p:ph type="title"/>
          </p:nvPr>
        </p:nvSpPr>
        <p:spPr/>
        <p:txBody>
          <a:bodyPr/>
          <a:lstStyle/>
          <a:p>
            <a:pPr algn="ctr"/>
            <a:r>
              <a:rPr lang="en-US" dirty="0"/>
              <a:t>A</a:t>
            </a:r>
            <a:r>
              <a:rPr lang="en-IL" dirty="0"/>
              <a:t> </a:t>
            </a:r>
            <a:r>
              <a:rPr lang="he-IL" dirty="0">
                <a:solidFill>
                  <a:schemeClr val="bg1"/>
                </a:solidFill>
              </a:rPr>
              <a:t>שאילתות</a:t>
            </a:r>
            <a:endParaRPr lang="en-IL" dirty="0"/>
          </a:p>
        </p:txBody>
      </p:sp>
      <p:pic>
        <p:nvPicPr>
          <p:cNvPr id="5" name="Picture 4">
            <a:extLst>
              <a:ext uri="{FF2B5EF4-FFF2-40B4-BE49-F238E27FC236}">
                <a16:creationId xmlns:a16="http://schemas.microsoft.com/office/drawing/2014/main" id="{C94B31C8-EDC0-44F7-31A2-C523CB89D9E6}"/>
              </a:ext>
            </a:extLst>
          </p:cNvPr>
          <p:cNvPicPr>
            <a:picLocks noChangeAspect="1"/>
          </p:cNvPicPr>
          <p:nvPr/>
        </p:nvPicPr>
        <p:blipFill>
          <a:blip r:embed="rId2"/>
          <a:stretch>
            <a:fillRect/>
          </a:stretch>
        </p:blipFill>
        <p:spPr>
          <a:xfrm>
            <a:off x="7990825" y="4132970"/>
            <a:ext cx="3790999" cy="1434432"/>
          </a:xfrm>
          <a:prstGeom prst="rect">
            <a:avLst/>
          </a:prstGeom>
        </p:spPr>
      </p:pic>
      <p:pic>
        <p:nvPicPr>
          <p:cNvPr id="7" name="Picture 6">
            <a:extLst>
              <a:ext uri="{FF2B5EF4-FFF2-40B4-BE49-F238E27FC236}">
                <a16:creationId xmlns:a16="http://schemas.microsoft.com/office/drawing/2014/main" id="{4EAFC9D5-BE64-23B7-806D-4E385C400BCA}"/>
              </a:ext>
            </a:extLst>
          </p:cNvPr>
          <p:cNvPicPr>
            <a:picLocks noChangeAspect="1"/>
          </p:cNvPicPr>
          <p:nvPr/>
        </p:nvPicPr>
        <p:blipFill>
          <a:blip r:embed="rId3"/>
          <a:stretch>
            <a:fillRect/>
          </a:stretch>
        </p:blipFill>
        <p:spPr>
          <a:xfrm>
            <a:off x="199204" y="4132970"/>
            <a:ext cx="7277100" cy="1816100"/>
          </a:xfrm>
          <a:prstGeom prst="rect">
            <a:avLst/>
          </a:prstGeom>
        </p:spPr>
      </p:pic>
      <p:sp>
        <p:nvSpPr>
          <p:cNvPr id="2" name="Slide Number Placeholder 1">
            <a:extLst>
              <a:ext uri="{FF2B5EF4-FFF2-40B4-BE49-F238E27FC236}">
                <a16:creationId xmlns:a16="http://schemas.microsoft.com/office/drawing/2014/main" id="{DC9F93A2-094C-BB6C-FD46-CAE17ABA6D01}"/>
              </a:ext>
            </a:extLst>
          </p:cNvPr>
          <p:cNvSpPr>
            <a:spLocks noGrp="1"/>
          </p:cNvSpPr>
          <p:nvPr>
            <p:ph type="sldNum" sz="quarter" idx="12"/>
          </p:nvPr>
        </p:nvSpPr>
        <p:spPr/>
        <p:txBody>
          <a:bodyPr/>
          <a:lstStyle/>
          <a:p>
            <a:fld id="{8BBF3FFD-AC03-094B-B961-9EAA7FA243E8}" type="slidenum">
              <a:rPr lang="en-IL" smtClean="0">
                <a:solidFill>
                  <a:srgbClr val="FFC000"/>
                </a:solidFill>
              </a:rPr>
              <a:t>24</a:t>
            </a:fld>
            <a:endParaRPr lang="en-IL">
              <a:solidFill>
                <a:srgbClr val="FFC000"/>
              </a:solidFill>
            </a:endParaRPr>
          </a:p>
        </p:txBody>
      </p:sp>
    </p:spTree>
    <p:extLst>
      <p:ext uri="{BB962C8B-B14F-4D97-AF65-F5344CB8AC3E}">
        <p14:creationId xmlns:p14="http://schemas.microsoft.com/office/powerpoint/2010/main" val="1930710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B49E45-2B83-D89A-81E5-51B3A0054843}"/>
              </a:ext>
            </a:extLst>
          </p:cNvPr>
          <p:cNvSpPr>
            <a:spLocks noGrp="1"/>
          </p:cNvSpPr>
          <p:nvPr>
            <p:ph idx="1"/>
          </p:nvPr>
        </p:nvSpPr>
        <p:spPr/>
        <p:txBody>
          <a:bodyPr/>
          <a:lstStyle/>
          <a:p>
            <a:pPr marL="0" lvl="0" indent="0" algn="r" rtl="1">
              <a:lnSpc>
                <a:spcPct val="107000"/>
              </a:lnSpc>
              <a:spcAft>
                <a:spcPts val="800"/>
              </a:spcAft>
              <a:buNone/>
            </a:pPr>
            <a:r>
              <a:rPr lang="he-IL" sz="1600" dirty="0">
                <a:solidFill>
                  <a:srgbClr val="FFC000"/>
                </a:solidFill>
              </a:rPr>
              <a:t>8.</a:t>
            </a:r>
          </a:p>
          <a:p>
            <a:pPr marL="0" lvl="0" indent="0" algn="r" rtl="1">
              <a:lnSpc>
                <a:spcPct val="107000"/>
              </a:lnSpc>
              <a:spcAft>
                <a:spcPts val="800"/>
              </a:spcAft>
              <a:buNone/>
            </a:pPr>
            <a:r>
              <a:rPr lang="he-IL" sz="1600" dirty="0">
                <a:solidFill>
                  <a:srgbClr val="FFC000"/>
                </a:solidFill>
              </a:rPr>
              <a:t>מטרת הפקודה: </a:t>
            </a:r>
            <a:r>
              <a:rPr lang="he-IL" sz="1600" dirty="0">
                <a:solidFill>
                  <a:schemeClr val="bg2"/>
                </a:solidFill>
                <a:latin typeface="Calibri" panose="020F0502020204030204" pitchFamily="34" charset="0"/>
                <a:cs typeface="Arial" panose="020B0604020202020204" pitchFamily="34" charset="0"/>
              </a:rPr>
              <a:t>אתלט מעוניין לדעת איזה בית ספר מחזיק בתוצאה הטובה ביותר לריצת 1000 מטר.</a:t>
            </a:r>
            <a:endParaRPr lang="en-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en-US" sz="1600" dirty="0">
                <a:solidFill>
                  <a:srgbClr val="FFC000"/>
                </a:solidFill>
              </a:rPr>
              <a:t> </a:t>
            </a:r>
            <a:r>
              <a:rPr lang="he-IL" sz="1600" dirty="0">
                <a:solidFill>
                  <a:schemeClr val="bg2"/>
                </a:solidFill>
              </a:rPr>
              <a:t>אתלט בבית ספר.</a:t>
            </a: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228600" indent="-228600" algn="r" defTabSz="914400" rtl="1" eaLnBrk="1" latinLnBrk="0" hangingPunct="1">
              <a:lnSpc>
                <a:spcPct val="90000"/>
              </a:lnSpc>
              <a:spcBef>
                <a:spcPts val="1000"/>
              </a:spcBef>
              <a:buFont typeface="Arial" panose="020B0604020202020204" pitchFamily="34" charset="0"/>
              <a:buChar char="•"/>
            </a:pPr>
            <a:endParaRPr lang="en-IL" dirty="0"/>
          </a:p>
        </p:txBody>
      </p:sp>
      <p:sp>
        <p:nvSpPr>
          <p:cNvPr id="4" name="Title 1">
            <a:extLst>
              <a:ext uri="{FF2B5EF4-FFF2-40B4-BE49-F238E27FC236}">
                <a16:creationId xmlns:a16="http://schemas.microsoft.com/office/drawing/2014/main" id="{168E5677-6B51-848E-FB1B-CE7692D09C28}"/>
              </a:ext>
            </a:extLst>
          </p:cNvPr>
          <p:cNvSpPr>
            <a:spLocks noGrp="1"/>
          </p:cNvSpPr>
          <p:nvPr>
            <p:ph type="title"/>
          </p:nvPr>
        </p:nvSpPr>
        <p:spPr/>
        <p:txBody>
          <a:bodyPr/>
          <a:lstStyle/>
          <a:p>
            <a:pPr algn="ctr"/>
            <a:r>
              <a:rPr lang="en-US" dirty="0"/>
              <a:t>A</a:t>
            </a:r>
            <a:r>
              <a:rPr lang="en-IL" dirty="0"/>
              <a:t> </a:t>
            </a:r>
            <a:r>
              <a:rPr lang="he-IL" dirty="0">
                <a:solidFill>
                  <a:schemeClr val="bg1"/>
                </a:solidFill>
              </a:rPr>
              <a:t>שאילתות</a:t>
            </a:r>
            <a:endParaRPr lang="en-IL" dirty="0"/>
          </a:p>
        </p:txBody>
      </p:sp>
      <p:pic>
        <p:nvPicPr>
          <p:cNvPr id="6" name="Picture 5">
            <a:extLst>
              <a:ext uri="{FF2B5EF4-FFF2-40B4-BE49-F238E27FC236}">
                <a16:creationId xmlns:a16="http://schemas.microsoft.com/office/drawing/2014/main" id="{41B5DD4F-9C94-0748-23D7-2FFB1F40BA8C}"/>
              </a:ext>
            </a:extLst>
          </p:cNvPr>
          <p:cNvPicPr>
            <a:picLocks noChangeAspect="1"/>
          </p:cNvPicPr>
          <p:nvPr/>
        </p:nvPicPr>
        <p:blipFill>
          <a:blip r:embed="rId2"/>
          <a:stretch>
            <a:fillRect/>
          </a:stretch>
        </p:blipFill>
        <p:spPr>
          <a:xfrm>
            <a:off x="452395" y="3586163"/>
            <a:ext cx="6146800" cy="2590800"/>
          </a:xfrm>
          <a:prstGeom prst="rect">
            <a:avLst/>
          </a:prstGeom>
        </p:spPr>
      </p:pic>
      <p:pic>
        <p:nvPicPr>
          <p:cNvPr id="9" name="Picture 8">
            <a:extLst>
              <a:ext uri="{FF2B5EF4-FFF2-40B4-BE49-F238E27FC236}">
                <a16:creationId xmlns:a16="http://schemas.microsoft.com/office/drawing/2014/main" id="{FA597BAA-BA90-EC39-13F9-18DB7F9A084C}"/>
              </a:ext>
            </a:extLst>
          </p:cNvPr>
          <p:cNvPicPr>
            <a:picLocks noChangeAspect="1"/>
          </p:cNvPicPr>
          <p:nvPr/>
        </p:nvPicPr>
        <p:blipFill>
          <a:blip r:embed="rId3"/>
          <a:stretch>
            <a:fillRect/>
          </a:stretch>
        </p:blipFill>
        <p:spPr>
          <a:xfrm>
            <a:off x="6985000" y="3586163"/>
            <a:ext cx="4394200" cy="952500"/>
          </a:xfrm>
          <a:prstGeom prst="rect">
            <a:avLst/>
          </a:prstGeom>
        </p:spPr>
      </p:pic>
      <p:sp>
        <p:nvSpPr>
          <p:cNvPr id="2" name="Slide Number Placeholder 1">
            <a:extLst>
              <a:ext uri="{FF2B5EF4-FFF2-40B4-BE49-F238E27FC236}">
                <a16:creationId xmlns:a16="http://schemas.microsoft.com/office/drawing/2014/main" id="{AAAA4D44-092C-CCDE-43F2-424BC5140651}"/>
              </a:ext>
            </a:extLst>
          </p:cNvPr>
          <p:cNvSpPr>
            <a:spLocks noGrp="1"/>
          </p:cNvSpPr>
          <p:nvPr>
            <p:ph type="sldNum" sz="quarter" idx="12"/>
          </p:nvPr>
        </p:nvSpPr>
        <p:spPr/>
        <p:txBody>
          <a:bodyPr/>
          <a:lstStyle/>
          <a:p>
            <a:fld id="{8BBF3FFD-AC03-094B-B961-9EAA7FA243E8}" type="slidenum">
              <a:rPr lang="en-IL" smtClean="0">
                <a:solidFill>
                  <a:srgbClr val="FFC000"/>
                </a:solidFill>
              </a:rPr>
              <a:t>25</a:t>
            </a:fld>
            <a:endParaRPr lang="en-IL">
              <a:solidFill>
                <a:srgbClr val="FFC000"/>
              </a:solidFill>
            </a:endParaRPr>
          </a:p>
        </p:txBody>
      </p:sp>
    </p:spTree>
    <p:extLst>
      <p:ext uri="{BB962C8B-B14F-4D97-AF65-F5344CB8AC3E}">
        <p14:creationId xmlns:p14="http://schemas.microsoft.com/office/powerpoint/2010/main" val="1206160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B49E45-2B83-D89A-81E5-51B3A0054843}"/>
              </a:ext>
            </a:extLst>
          </p:cNvPr>
          <p:cNvSpPr>
            <a:spLocks noGrp="1"/>
          </p:cNvSpPr>
          <p:nvPr>
            <p:ph idx="1"/>
          </p:nvPr>
        </p:nvSpPr>
        <p:spPr/>
        <p:txBody>
          <a:bodyPr/>
          <a:lstStyle/>
          <a:p>
            <a:pPr marL="0" lvl="0" indent="0" algn="r" rtl="1">
              <a:lnSpc>
                <a:spcPct val="107000"/>
              </a:lnSpc>
              <a:spcAft>
                <a:spcPts val="800"/>
              </a:spcAft>
              <a:buNone/>
            </a:pPr>
            <a:r>
              <a:rPr lang="he-IL" sz="1600" dirty="0">
                <a:solidFill>
                  <a:srgbClr val="FFC000"/>
                </a:solidFill>
              </a:rPr>
              <a:t>9.</a:t>
            </a:r>
          </a:p>
          <a:p>
            <a:pPr marL="0" lvl="0" indent="0" algn="r" rtl="1">
              <a:lnSpc>
                <a:spcPct val="107000"/>
              </a:lnSpc>
              <a:spcAft>
                <a:spcPts val="800"/>
              </a:spcAft>
              <a:buNone/>
            </a:pPr>
            <a:r>
              <a:rPr lang="he-IL" sz="1600" dirty="0">
                <a:solidFill>
                  <a:srgbClr val="FFC000"/>
                </a:solidFill>
              </a:rPr>
              <a:t>מטרת הפקודה: </a:t>
            </a:r>
            <a:r>
              <a:rPr lang="he-IL" sz="1600" dirty="0">
                <a:solidFill>
                  <a:schemeClr val="bg2"/>
                </a:solidFill>
                <a:latin typeface="Calibri" panose="020F0502020204030204" pitchFamily="34" charset="0"/>
                <a:cs typeface="Arial" panose="020B0604020202020204" pitchFamily="34" charset="0"/>
              </a:rPr>
              <a:t>הארגון רוצה לדעת כמה תחרויות יצאו לפועל בשנת 2022.</a:t>
            </a:r>
            <a:endParaRPr lang="en-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en-US" sz="1600" dirty="0">
                <a:solidFill>
                  <a:srgbClr val="FFC000"/>
                </a:solidFill>
              </a:rPr>
              <a:t> </a:t>
            </a:r>
            <a:r>
              <a:rPr lang="he-IL" sz="1600" dirty="0">
                <a:solidFill>
                  <a:schemeClr val="bg2"/>
                </a:solidFill>
              </a:rPr>
              <a:t>התאחדות הספורט לבתי ספר.</a:t>
            </a: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228600" indent="-228600" algn="r" defTabSz="914400" rtl="1" eaLnBrk="1" latinLnBrk="0" hangingPunct="1">
              <a:lnSpc>
                <a:spcPct val="90000"/>
              </a:lnSpc>
              <a:spcBef>
                <a:spcPts val="1000"/>
              </a:spcBef>
              <a:buFont typeface="Arial" panose="020B0604020202020204" pitchFamily="34" charset="0"/>
              <a:buChar char="•"/>
            </a:pPr>
            <a:endParaRPr lang="en-IL" dirty="0"/>
          </a:p>
        </p:txBody>
      </p:sp>
      <p:sp>
        <p:nvSpPr>
          <p:cNvPr id="4" name="Title 1">
            <a:extLst>
              <a:ext uri="{FF2B5EF4-FFF2-40B4-BE49-F238E27FC236}">
                <a16:creationId xmlns:a16="http://schemas.microsoft.com/office/drawing/2014/main" id="{168E5677-6B51-848E-FB1B-CE7692D09C28}"/>
              </a:ext>
            </a:extLst>
          </p:cNvPr>
          <p:cNvSpPr>
            <a:spLocks noGrp="1"/>
          </p:cNvSpPr>
          <p:nvPr>
            <p:ph type="title"/>
          </p:nvPr>
        </p:nvSpPr>
        <p:spPr/>
        <p:txBody>
          <a:bodyPr/>
          <a:lstStyle/>
          <a:p>
            <a:pPr algn="ctr"/>
            <a:r>
              <a:rPr lang="en-US" dirty="0"/>
              <a:t>A</a:t>
            </a:r>
            <a:r>
              <a:rPr lang="en-IL" dirty="0"/>
              <a:t> </a:t>
            </a:r>
            <a:r>
              <a:rPr lang="he-IL" dirty="0">
                <a:solidFill>
                  <a:schemeClr val="bg1"/>
                </a:solidFill>
              </a:rPr>
              <a:t>שאילתות</a:t>
            </a:r>
            <a:endParaRPr lang="en-IL" dirty="0"/>
          </a:p>
        </p:txBody>
      </p:sp>
      <p:pic>
        <p:nvPicPr>
          <p:cNvPr id="5" name="Picture 4">
            <a:extLst>
              <a:ext uri="{FF2B5EF4-FFF2-40B4-BE49-F238E27FC236}">
                <a16:creationId xmlns:a16="http://schemas.microsoft.com/office/drawing/2014/main" id="{98AA2F7D-22AC-14E9-912D-845193BE01A0}"/>
              </a:ext>
            </a:extLst>
          </p:cNvPr>
          <p:cNvPicPr>
            <a:picLocks noChangeAspect="1"/>
          </p:cNvPicPr>
          <p:nvPr/>
        </p:nvPicPr>
        <p:blipFill>
          <a:blip r:embed="rId2"/>
          <a:stretch>
            <a:fillRect/>
          </a:stretch>
        </p:blipFill>
        <p:spPr>
          <a:xfrm>
            <a:off x="623845" y="4374292"/>
            <a:ext cx="5889144" cy="1072464"/>
          </a:xfrm>
          <a:prstGeom prst="rect">
            <a:avLst/>
          </a:prstGeom>
        </p:spPr>
      </p:pic>
      <p:pic>
        <p:nvPicPr>
          <p:cNvPr id="13" name="Picture 12">
            <a:extLst>
              <a:ext uri="{FF2B5EF4-FFF2-40B4-BE49-F238E27FC236}">
                <a16:creationId xmlns:a16="http://schemas.microsoft.com/office/drawing/2014/main" id="{2B635285-95D2-511F-8B78-2B89D10E7613}"/>
              </a:ext>
            </a:extLst>
          </p:cNvPr>
          <p:cNvPicPr>
            <a:picLocks noChangeAspect="1"/>
          </p:cNvPicPr>
          <p:nvPr/>
        </p:nvPicPr>
        <p:blipFill>
          <a:blip r:embed="rId3"/>
          <a:stretch>
            <a:fillRect/>
          </a:stretch>
        </p:blipFill>
        <p:spPr>
          <a:xfrm>
            <a:off x="7790764" y="4374292"/>
            <a:ext cx="3060700" cy="1054100"/>
          </a:xfrm>
          <a:prstGeom prst="rect">
            <a:avLst/>
          </a:prstGeom>
        </p:spPr>
      </p:pic>
      <p:sp>
        <p:nvSpPr>
          <p:cNvPr id="2" name="Slide Number Placeholder 1">
            <a:extLst>
              <a:ext uri="{FF2B5EF4-FFF2-40B4-BE49-F238E27FC236}">
                <a16:creationId xmlns:a16="http://schemas.microsoft.com/office/drawing/2014/main" id="{FBD8DA6F-B7A3-C6F8-6ABC-F3544CBA7542}"/>
              </a:ext>
            </a:extLst>
          </p:cNvPr>
          <p:cNvSpPr>
            <a:spLocks noGrp="1"/>
          </p:cNvSpPr>
          <p:nvPr>
            <p:ph type="sldNum" sz="quarter" idx="12"/>
          </p:nvPr>
        </p:nvSpPr>
        <p:spPr/>
        <p:txBody>
          <a:bodyPr/>
          <a:lstStyle/>
          <a:p>
            <a:fld id="{8BBF3FFD-AC03-094B-B961-9EAA7FA243E8}" type="slidenum">
              <a:rPr lang="en-IL" smtClean="0">
                <a:solidFill>
                  <a:srgbClr val="FFC000"/>
                </a:solidFill>
              </a:rPr>
              <a:t>26</a:t>
            </a:fld>
            <a:endParaRPr lang="en-IL">
              <a:solidFill>
                <a:srgbClr val="FFC000"/>
              </a:solidFill>
            </a:endParaRPr>
          </a:p>
        </p:txBody>
      </p:sp>
    </p:spTree>
    <p:extLst>
      <p:ext uri="{BB962C8B-B14F-4D97-AF65-F5344CB8AC3E}">
        <p14:creationId xmlns:p14="http://schemas.microsoft.com/office/powerpoint/2010/main" val="868205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B49E45-2B83-D89A-81E5-51B3A0054843}"/>
              </a:ext>
            </a:extLst>
          </p:cNvPr>
          <p:cNvSpPr>
            <a:spLocks noGrp="1"/>
          </p:cNvSpPr>
          <p:nvPr>
            <p:ph idx="1"/>
          </p:nvPr>
        </p:nvSpPr>
        <p:spPr/>
        <p:txBody>
          <a:bodyPr/>
          <a:lstStyle/>
          <a:p>
            <a:pPr marL="0" lvl="0" indent="0" algn="r" rtl="1">
              <a:lnSpc>
                <a:spcPct val="107000"/>
              </a:lnSpc>
              <a:spcAft>
                <a:spcPts val="800"/>
              </a:spcAft>
              <a:buNone/>
            </a:pPr>
            <a:r>
              <a:rPr lang="he-IL" sz="1600" dirty="0">
                <a:solidFill>
                  <a:srgbClr val="FFC000"/>
                </a:solidFill>
              </a:rPr>
              <a:t>10.</a:t>
            </a:r>
          </a:p>
          <a:p>
            <a:pPr marL="0" lvl="0" indent="0" algn="r" rtl="1">
              <a:lnSpc>
                <a:spcPct val="107000"/>
              </a:lnSpc>
              <a:spcAft>
                <a:spcPts val="800"/>
              </a:spcAft>
              <a:buNone/>
            </a:pPr>
            <a:r>
              <a:rPr lang="he-IL" sz="1600" dirty="0">
                <a:solidFill>
                  <a:srgbClr val="FFC000"/>
                </a:solidFill>
              </a:rPr>
              <a:t>מטרת הפקודה: </a:t>
            </a:r>
            <a:r>
              <a:rPr lang="he-IL" sz="1600" dirty="0">
                <a:solidFill>
                  <a:schemeClr val="bg2"/>
                </a:solidFill>
                <a:latin typeface="Calibri" panose="020F0502020204030204" pitchFamily="34" charset="0"/>
                <a:cs typeface="Arial" panose="020B0604020202020204" pitchFamily="34" charset="0"/>
              </a:rPr>
              <a:t>הארגון רוצה לדעת כמה אתלטים השתתפו באליפות ישראל האחרונה.</a:t>
            </a:r>
            <a:endParaRPr lang="en-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en-US" sz="1600" dirty="0">
                <a:solidFill>
                  <a:srgbClr val="FFC000"/>
                </a:solidFill>
              </a:rPr>
              <a:t> </a:t>
            </a:r>
            <a:r>
              <a:rPr lang="he-IL" sz="1600" dirty="0">
                <a:solidFill>
                  <a:schemeClr val="bg2"/>
                </a:solidFill>
              </a:rPr>
              <a:t>התאחדות הספורט לבתי ספר.</a:t>
            </a: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228600" indent="-228600" algn="r" defTabSz="914400" rtl="1" eaLnBrk="1" latinLnBrk="0" hangingPunct="1">
              <a:lnSpc>
                <a:spcPct val="90000"/>
              </a:lnSpc>
              <a:spcBef>
                <a:spcPts val="1000"/>
              </a:spcBef>
              <a:buFont typeface="Arial" panose="020B0604020202020204" pitchFamily="34" charset="0"/>
              <a:buChar char="•"/>
            </a:pPr>
            <a:endParaRPr lang="en-IL" dirty="0"/>
          </a:p>
        </p:txBody>
      </p:sp>
      <p:sp>
        <p:nvSpPr>
          <p:cNvPr id="4" name="Title 1">
            <a:extLst>
              <a:ext uri="{FF2B5EF4-FFF2-40B4-BE49-F238E27FC236}">
                <a16:creationId xmlns:a16="http://schemas.microsoft.com/office/drawing/2014/main" id="{168E5677-6B51-848E-FB1B-CE7692D09C28}"/>
              </a:ext>
            </a:extLst>
          </p:cNvPr>
          <p:cNvSpPr>
            <a:spLocks noGrp="1"/>
          </p:cNvSpPr>
          <p:nvPr>
            <p:ph type="title"/>
          </p:nvPr>
        </p:nvSpPr>
        <p:spPr/>
        <p:txBody>
          <a:bodyPr/>
          <a:lstStyle/>
          <a:p>
            <a:pPr algn="ctr"/>
            <a:r>
              <a:rPr lang="en-US" dirty="0"/>
              <a:t>A</a:t>
            </a:r>
            <a:r>
              <a:rPr lang="en-IL" dirty="0"/>
              <a:t> </a:t>
            </a:r>
            <a:r>
              <a:rPr lang="he-IL" dirty="0">
                <a:solidFill>
                  <a:schemeClr val="bg1"/>
                </a:solidFill>
              </a:rPr>
              <a:t>שאילתות</a:t>
            </a:r>
            <a:endParaRPr lang="en-IL" dirty="0"/>
          </a:p>
        </p:txBody>
      </p:sp>
      <p:pic>
        <p:nvPicPr>
          <p:cNvPr id="6" name="Picture 5">
            <a:extLst>
              <a:ext uri="{FF2B5EF4-FFF2-40B4-BE49-F238E27FC236}">
                <a16:creationId xmlns:a16="http://schemas.microsoft.com/office/drawing/2014/main" id="{B5233547-C68B-085E-A70F-7FE6C7A3967B}"/>
              </a:ext>
            </a:extLst>
          </p:cNvPr>
          <p:cNvPicPr>
            <a:picLocks noChangeAspect="1"/>
          </p:cNvPicPr>
          <p:nvPr/>
        </p:nvPicPr>
        <p:blipFill>
          <a:blip r:embed="rId2"/>
          <a:stretch>
            <a:fillRect/>
          </a:stretch>
        </p:blipFill>
        <p:spPr>
          <a:xfrm>
            <a:off x="471273" y="3888260"/>
            <a:ext cx="7493000" cy="1676400"/>
          </a:xfrm>
          <a:prstGeom prst="rect">
            <a:avLst/>
          </a:prstGeom>
        </p:spPr>
      </p:pic>
      <p:pic>
        <p:nvPicPr>
          <p:cNvPr id="8" name="Picture 7">
            <a:extLst>
              <a:ext uri="{FF2B5EF4-FFF2-40B4-BE49-F238E27FC236}">
                <a16:creationId xmlns:a16="http://schemas.microsoft.com/office/drawing/2014/main" id="{1A3B9502-685A-8FBE-A168-1FC2A4544558}"/>
              </a:ext>
            </a:extLst>
          </p:cNvPr>
          <p:cNvPicPr>
            <a:picLocks noChangeAspect="1"/>
          </p:cNvPicPr>
          <p:nvPr/>
        </p:nvPicPr>
        <p:blipFill>
          <a:blip r:embed="rId3"/>
          <a:stretch>
            <a:fillRect/>
          </a:stretch>
        </p:blipFill>
        <p:spPr>
          <a:xfrm>
            <a:off x="8546414" y="3888260"/>
            <a:ext cx="3378200" cy="1193800"/>
          </a:xfrm>
          <a:prstGeom prst="rect">
            <a:avLst/>
          </a:prstGeom>
        </p:spPr>
      </p:pic>
      <p:sp>
        <p:nvSpPr>
          <p:cNvPr id="2" name="Slide Number Placeholder 1">
            <a:extLst>
              <a:ext uri="{FF2B5EF4-FFF2-40B4-BE49-F238E27FC236}">
                <a16:creationId xmlns:a16="http://schemas.microsoft.com/office/drawing/2014/main" id="{B72D324B-C2BC-459E-E769-28A188743952}"/>
              </a:ext>
            </a:extLst>
          </p:cNvPr>
          <p:cNvSpPr>
            <a:spLocks noGrp="1"/>
          </p:cNvSpPr>
          <p:nvPr>
            <p:ph type="sldNum" sz="quarter" idx="12"/>
          </p:nvPr>
        </p:nvSpPr>
        <p:spPr/>
        <p:txBody>
          <a:bodyPr/>
          <a:lstStyle/>
          <a:p>
            <a:fld id="{8BBF3FFD-AC03-094B-B961-9EAA7FA243E8}" type="slidenum">
              <a:rPr lang="en-IL" smtClean="0">
                <a:solidFill>
                  <a:srgbClr val="FFC000"/>
                </a:solidFill>
              </a:rPr>
              <a:t>27</a:t>
            </a:fld>
            <a:endParaRPr lang="en-IL">
              <a:solidFill>
                <a:srgbClr val="FFC000"/>
              </a:solidFill>
            </a:endParaRPr>
          </a:p>
        </p:txBody>
      </p:sp>
    </p:spTree>
    <p:extLst>
      <p:ext uri="{BB962C8B-B14F-4D97-AF65-F5344CB8AC3E}">
        <p14:creationId xmlns:p14="http://schemas.microsoft.com/office/powerpoint/2010/main" val="6362155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B49E45-2B83-D89A-81E5-51B3A0054843}"/>
              </a:ext>
            </a:extLst>
          </p:cNvPr>
          <p:cNvSpPr>
            <a:spLocks noGrp="1"/>
          </p:cNvSpPr>
          <p:nvPr>
            <p:ph idx="1"/>
          </p:nvPr>
        </p:nvSpPr>
        <p:spPr/>
        <p:txBody>
          <a:bodyPr/>
          <a:lstStyle/>
          <a:p>
            <a:pPr marL="0" lvl="0" indent="0" algn="r" rtl="1">
              <a:lnSpc>
                <a:spcPct val="107000"/>
              </a:lnSpc>
              <a:spcAft>
                <a:spcPts val="800"/>
              </a:spcAft>
              <a:buNone/>
            </a:pPr>
            <a:r>
              <a:rPr lang="he-IL" sz="1600" dirty="0">
                <a:solidFill>
                  <a:srgbClr val="FFC000"/>
                </a:solidFill>
              </a:rPr>
              <a:t>11.</a:t>
            </a:r>
          </a:p>
          <a:p>
            <a:pPr marL="0" lvl="0" indent="0" algn="r" rtl="1">
              <a:lnSpc>
                <a:spcPct val="107000"/>
              </a:lnSpc>
              <a:spcAft>
                <a:spcPts val="800"/>
              </a:spcAft>
              <a:buNone/>
            </a:pPr>
            <a:r>
              <a:rPr lang="he-IL" sz="1600" dirty="0">
                <a:solidFill>
                  <a:srgbClr val="FFC000"/>
                </a:solidFill>
              </a:rPr>
              <a:t>מטרת הפקודה: </a:t>
            </a:r>
            <a:r>
              <a:rPr lang="he-IL" sz="1600" dirty="0">
                <a:solidFill>
                  <a:schemeClr val="bg2"/>
                </a:solidFill>
                <a:latin typeface="Calibri" panose="020F0502020204030204" pitchFamily="34" charset="0"/>
                <a:cs typeface="Arial" panose="020B0604020202020204" pitchFamily="34" charset="0"/>
              </a:rPr>
              <a:t>הארגון רוצה לדעת  אם יש אצטדיון בירושלים שיכול להכיל יותר מ2000 איש.</a:t>
            </a:r>
          </a:p>
          <a:p>
            <a:pPr marL="0" lvl="0" indent="0" algn="r" rtl="1">
              <a:lnSpc>
                <a:spcPct val="107000"/>
              </a:lnSpc>
              <a:spcAft>
                <a:spcPts val="800"/>
              </a:spcAft>
              <a:buNone/>
            </a:pPr>
            <a:r>
              <a:rPr lang="he-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rPr>
              <a:t>* </a:t>
            </a:r>
            <a:r>
              <a:rPr lang="he-IL" sz="1600" dirty="0">
                <a:solidFill>
                  <a:schemeClr val="bg2"/>
                </a:solidFill>
                <a:latin typeface="Calibri" panose="020F0502020204030204" pitchFamily="34" charset="0"/>
                <a:ea typeface="Calibri" panose="020F0502020204030204" pitchFamily="34" charset="0"/>
                <a:cs typeface="Arial" panose="020B0604020202020204" pitchFamily="34" charset="0"/>
              </a:rPr>
              <a:t>אם השאילתה לא מחזירה כלום סימן שאין.</a:t>
            </a:r>
            <a:endParaRPr lang="en-IL" sz="160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a:p>
            <a:pPr marL="0" indent="0" algn="r" defTabSz="914400" rtl="1" eaLnBrk="1" latinLnBrk="0" hangingPunct="1">
              <a:lnSpc>
                <a:spcPct val="90000"/>
              </a:lnSpc>
              <a:spcBef>
                <a:spcPts val="1000"/>
              </a:spcBef>
              <a:buNone/>
            </a:pPr>
            <a:r>
              <a:rPr lang="he-IL" sz="1600" dirty="0">
                <a:solidFill>
                  <a:srgbClr val="FFC000"/>
                </a:solidFill>
              </a:rPr>
              <a:t>מבצע הפקודה: </a:t>
            </a:r>
            <a:r>
              <a:rPr lang="en-US" sz="1600" dirty="0">
                <a:solidFill>
                  <a:srgbClr val="FFC000"/>
                </a:solidFill>
              </a:rPr>
              <a:t> </a:t>
            </a:r>
            <a:r>
              <a:rPr lang="he-IL" sz="1600" dirty="0">
                <a:solidFill>
                  <a:schemeClr val="bg2"/>
                </a:solidFill>
              </a:rPr>
              <a:t>התאחדות הספורט לבתי ספר.</a:t>
            </a: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228600" indent="-228600" algn="r" defTabSz="914400" rtl="1" eaLnBrk="1" latinLnBrk="0" hangingPunct="1">
              <a:lnSpc>
                <a:spcPct val="90000"/>
              </a:lnSpc>
              <a:spcBef>
                <a:spcPts val="1000"/>
              </a:spcBef>
              <a:buFont typeface="Arial" panose="020B0604020202020204" pitchFamily="34" charset="0"/>
              <a:buChar char="•"/>
            </a:pPr>
            <a:endParaRPr lang="en-IL" dirty="0"/>
          </a:p>
        </p:txBody>
      </p:sp>
      <p:sp>
        <p:nvSpPr>
          <p:cNvPr id="4" name="Title 1">
            <a:extLst>
              <a:ext uri="{FF2B5EF4-FFF2-40B4-BE49-F238E27FC236}">
                <a16:creationId xmlns:a16="http://schemas.microsoft.com/office/drawing/2014/main" id="{168E5677-6B51-848E-FB1B-CE7692D09C28}"/>
              </a:ext>
            </a:extLst>
          </p:cNvPr>
          <p:cNvSpPr>
            <a:spLocks noGrp="1"/>
          </p:cNvSpPr>
          <p:nvPr>
            <p:ph type="title"/>
          </p:nvPr>
        </p:nvSpPr>
        <p:spPr/>
        <p:txBody>
          <a:bodyPr/>
          <a:lstStyle/>
          <a:p>
            <a:pPr algn="ctr"/>
            <a:r>
              <a:rPr lang="en-US" dirty="0"/>
              <a:t>A</a:t>
            </a:r>
            <a:r>
              <a:rPr lang="en-IL" dirty="0"/>
              <a:t> </a:t>
            </a:r>
            <a:r>
              <a:rPr lang="he-IL" dirty="0">
                <a:solidFill>
                  <a:schemeClr val="bg1"/>
                </a:solidFill>
              </a:rPr>
              <a:t>שאילתות</a:t>
            </a:r>
            <a:endParaRPr lang="en-IL" dirty="0"/>
          </a:p>
        </p:txBody>
      </p:sp>
      <p:pic>
        <p:nvPicPr>
          <p:cNvPr id="5" name="Picture 4">
            <a:extLst>
              <a:ext uri="{FF2B5EF4-FFF2-40B4-BE49-F238E27FC236}">
                <a16:creationId xmlns:a16="http://schemas.microsoft.com/office/drawing/2014/main" id="{42574ABB-CB51-BFA6-9BD8-674C7D24B607}"/>
              </a:ext>
            </a:extLst>
          </p:cNvPr>
          <p:cNvPicPr>
            <a:picLocks noChangeAspect="1"/>
          </p:cNvPicPr>
          <p:nvPr/>
        </p:nvPicPr>
        <p:blipFill>
          <a:blip r:embed="rId2"/>
          <a:stretch>
            <a:fillRect/>
          </a:stretch>
        </p:blipFill>
        <p:spPr>
          <a:xfrm>
            <a:off x="597246" y="3887229"/>
            <a:ext cx="5997143" cy="1030759"/>
          </a:xfrm>
          <a:prstGeom prst="rect">
            <a:avLst/>
          </a:prstGeom>
        </p:spPr>
      </p:pic>
      <p:pic>
        <p:nvPicPr>
          <p:cNvPr id="9" name="Picture 8">
            <a:extLst>
              <a:ext uri="{FF2B5EF4-FFF2-40B4-BE49-F238E27FC236}">
                <a16:creationId xmlns:a16="http://schemas.microsoft.com/office/drawing/2014/main" id="{B6C744F2-CE1B-9E15-9DB7-EAFBB7A604B3}"/>
              </a:ext>
            </a:extLst>
          </p:cNvPr>
          <p:cNvPicPr>
            <a:picLocks noChangeAspect="1"/>
          </p:cNvPicPr>
          <p:nvPr/>
        </p:nvPicPr>
        <p:blipFill>
          <a:blip r:embed="rId3"/>
          <a:stretch>
            <a:fillRect/>
          </a:stretch>
        </p:blipFill>
        <p:spPr>
          <a:xfrm>
            <a:off x="7675605" y="3887229"/>
            <a:ext cx="2895600" cy="1104900"/>
          </a:xfrm>
          <a:prstGeom prst="rect">
            <a:avLst/>
          </a:prstGeom>
        </p:spPr>
      </p:pic>
      <p:sp>
        <p:nvSpPr>
          <p:cNvPr id="2" name="Slide Number Placeholder 1">
            <a:extLst>
              <a:ext uri="{FF2B5EF4-FFF2-40B4-BE49-F238E27FC236}">
                <a16:creationId xmlns:a16="http://schemas.microsoft.com/office/drawing/2014/main" id="{71A78B3C-114A-0AB0-7B3D-ECE3974F5951}"/>
              </a:ext>
            </a:extLst>
          </p:cNvPr>
          <p:cNvSpPr>
            <a:spLocks noGrp="1"/>
          </p:cNvSpPr>
          <p:nvPr>
            <p:ph type="sldNum" sz="quarter" idx="12"/>
          </p:nvPr>
        </p:nvSpPr>
        <p:spPr/>
        <p:txBody>
          <a:bodyPr/>
          <a:lstStyle/>
          <a:p>
            <a:fld id="{8BBF3FFD-AC03-094B-B961-9EAA7FA243E8}" type="slidenum">
              <a:rPr lang="en-IL" smtClean="0">
                <a:solidFill>
                  <a:srgbClr val="FFC000"/>
                </a:solidFill>
              </a:rPr>
              <a:t>28</a:t>
            </a:fld>
            <a:endParaRPr lang="en-IL">
              <a:solidFill>
                <a:srgbClr val="FFC000"/>
              </a:solidFill>
            </a:endParaRPr>
          </a:p>
        </p:txBody>
      </p:sp>
    </p:spTree>
    <p:extLst>
      <p:ext uri="{BB962C8B-B14F-4D97-AF65-F5344CB8AC3E}">
        <p14:creationId xmlns:p14="http://schemas.microsoft.com/office/powerpoint/2010/main" val="433689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B49E45-2B83-D89A-81E5-51B3A0054843}"/>
              </a:ext>
            </a:extLst>
          </p:cNvPr>
          <p:cNvSpPr>
            <a:spLocks noGrp="1"/>
          </p:cNvSpPr>
          <p:nvPr>
            <p:ph idx="1"/>
          </p:nvPr>
        </p:nvSpPr>
        <p:spPr/>
        <p:txBody>
          <a:bodyPr/>
          <a:lstStyle/>
          <a:p>
            <a:pPr marL="0" lvl="0" indent="0" algn="r" rtl="1">
              <a:lnSpc>
                <a:spcPct val="107000"/>
              </a:lnSpc>
              <a:spcAft>
                <a:spcPts val="800"/>
              </a:spcAft>
              <a:buNone/>
            </a:pPr>
            <a:r>
              <a:rPr lang="he-IL" sz="1600" dirty="0">
                <a:solidFill>
                  <a:srgbClr val="FFC000"/>
                </a:solidFill>
              </a:rPr>
              <a:t>12.</a:t>
            </a:r>
          </a:p>
          <a:p>
            <a:pPr marL="0" lvl="0" indent="0" algn="r" rtl="1">
              <a:lnSpc>
                <a:spcPct val="107000"/>
              </a:lnSpc>
              <a:spcAft>
                <a:spcPts val="800"/>
              </a:spcAft>
              <a:buNone/>
            </a:pPr>
            <a:r>
              <a:rPr lang="he-IL" sz="1600" dirty="0">
                <a:solidFill>
                  <a:srgbClr val="FFC000"/>
                </a:solidFill>
              </a:rPr>
              <a:t>מטרת הפקודה: </a:t>
            </a:r>
            <a:r>
              <a:rPr lang="he-IL" sz="1600" dirty="0">
                <a:solidFill>
                  <a:schemeClr val="bg1"/>
                </a:solidFill>
              </a:rPr>
              <a:t>הארגון רוצה לדעת מה המספר ת.ז של השופט ששפט בהכי הרבה תחרויות על מנת לתת לו בונוס קטן על התמדה.</a:t>
            </a:r>
            <a:endParaRPr lang="he-IL" sz="1600" dirty="0">
              <a:solidFill>
                <a:srgbClr val="FFC000"/>
              </a:solidFill>
            </a:endParaRPr>
          </a:p>
          <a:p>
            <a:pPr marL="0" lvl="0" indent="0" algn="r" rtl="1">
              <a:lnSpc>
                <a:spcPct val="107000"/>
              </a:lnSpc>
              <a:spcAft>
                <a:spcPts val="800"/>
              </a:spcAft>
              <a:buNone/>
            </a:pPr>
            <a:r>
              <a:rPr lang="he-IL" sz="1600" dirty="0">
                <a:solidFill>
                  <a:srgbClr val="FFC000"/>
                </a:solidFill>
              </a:rPr>
              <a:t>מבצע הפקודה: </a:t>
            </a:r>
            <a:r>
              <a:rPr lang="en-US" sz="1600" dirty="0">
                <a:solidFill>
                  <a:srgbClr val="FFC000"/>
                </a:solidFill>
              </a:rPr>
              <a:t> </a:t>
            </a:r>
            <a:r>
              <a:rPr lang="he-IL" sz="1600" dirty="0">
                <a:solidFill>
                  <a:schemeClr val="bg2"/>
                </a:solidFill>
              </a:rPr>
              <a:t>התאחדות הספורט לבתי ספר.</a:t>
            </a: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0" indent="0" algn="r" defTabSz="914400" rtl="1" eaLnBrk="1" latinLnBrk="0" hangingPunct="1">
              <a:lnSpc>
                <a:spcPct val="90000"/>
              </a:lnSpc>
              <a:spcBef>
                <a:spcPts val="1000"/>
              </a:spcBef>
              <a:buNone/>
            </a:pPr>
            <a:endParaRPr lang="he-IL" sz="1600" dirty="0">
              <a:solidFill>
                <a:schemeClr val="bg2"/>
              </a:solidFill>
            </a:endParaRPr>
          </a:p>
          <a:p>
            <a:pPr marL="228600" indent="-228600" algn="r" defTabSz="914400" rtl="1" eaLnBrk="1" latinLnBrk="0" hangingPunct="1">
              <a:lnSpc>
                <a:spcPct val="90000"/>
              </a:lnSpc>
              <a:spcBef>
                <a:spcPts val="1000"/>
              </a:spcBef>
              <a:buFont typeface="Arial" panose="020B0604020202020204" pitchFamily="34" charset="0"/>
              <a:buChar char="•"/>
            </a:pPr>
            <a:endParaRPr lang="en-IL" dirty="0"/>
          </a:p>
        </p:txBody>
      </p:sp>
      <p:sp>
        <p:nvSpPr>
          <p:cNvPr id="4" name="Title 1">
            <a:extLst>
              <a:ext uri="{FF2B5EF4-FFF2-40B4-BE49-F238E27FC236}">
                <a16:creationId xmlns:a16="http://schemas.microsoft.com/office/drawing/2014/main" id="{168E5677-6B51-848E-FB1B-CE7692D09C28}"/>
              </a:ext>
            </a:extLst>
          </p:cNvPr>
          <p:cNvSpPr>
            <a:spLocks noGrp="1"/>
          </p:cNvSpPr>
          <p:nvPr>
            <p:ph type="title"/>
          </p:nvPr>
        </p:nvSpPr>
        <p:spPr/>
        <p:txBody>
          <a:bodyPr/>
          <a:lstStyle/>
          <a:p>
            <a:pPr algn="ctr"/>
            <a:r>
              <a:rPr lang="en-US" dirty="0"/>
              <a:t>A</a:t>
            </a:r>
            <a:r>
              <a:rPr lang="en-IL" dirty="0"/>
              <a:t> </a:t>
            </a:r>
            <a:r>
              <a:rPr lang="he-IL" dirty="0">
                <a:solidFill>
                  <a:schemeClr val="bg1"/>
                </a:solidFill>
              </a:rPr>
              <a:t>שאילתות</a:t>
            </a:r>
            <a:endParaRPr lang="en-IL" dirty="0"/>
          </a:p>
        </p:txBody>
      </p:sp>
      <p:pic>
        <p:nvPicPr>
          <p:cNvPr id="6" name="Picture 5">
            <a:extLst>
              <a:ext uri="{FF2B5EF4-FFF2-40B4-BE49-F238E27FC236}">
                <a16:creationId xmlns:a16="http://schemas.microsoft.com/office/drawing/2014/main" id="{62C7DA33-E9F7-4194-B723-94815D96169A}"/>
              </a:ext>
            </a:extLst>
          </p:cNvPr>
          <p:cNvPicPr>
            <a:picLocks noChangeAspect="1"/>
          </p:cNvPicPr>
          <p:nvPr/>
        </p:nvPicPr>
        <p:blipFill>
          <a:blip r:embed="rId2"/>
          <a:stretch>
            <a:fillRect/>
          </a:stretch>
        </p:blipFill>
        <p:spPr>
          <a:xfrm>
            <a:off x="8006885" y="4319030"/>
            <a:ext cx="2501507" cy="1167370"/>
          </a:xfrm>
          <a:prstGeom prst="rect">
            <a:avLst/>
          </a:prstGeom>
        </p:spPr>
      </p:pic>
      <p:pic>
        <p:nvPicPr>
          <p:cNvPr id="8" name="Picture 7">
            <a:extLst>
              <a:ext uri="{FF2B5EF4-FFF2-40B4-BE49-F238E27FC236}">
                <a16:creationId xmlns:a16="http://schemas.microsoft.com/office/drawing/2014/main" id="{98C2D3B9-C077-9E76-7AF0-EEB868C4E3BB}"/>
              </a:ext>
            </a:extLst>
          </p:cNvPr>
          <p:cNvPicPr>
            <a:picLocks noChangeAspect="1"/>
          </p:cNvPicPr>
          <p:nvPr/>
        </p:nvPicPr>
        <p:blipFill>
          <a:blip r:embed="rId3"/>
          <a:stretch>
            <a:fillRect/>
          </a:stretch>
        </p:blipFill>
        <p:spPr>
          <a:xfrm>
            <a:off x="1355295" y="4252564"/>
            <a:ext cx="3525623" cy="1463466"/>
          </a:xfrm>
          <a:prstGeom prst="rect">
            <a:avLst/>
          </a:prstGeom>
        </p:spPr>
      </p:pic>
      <p:sp>
        <p:nvSpPr>
          <p:cNvPr id="2" name="Slide Number Placeholder 1">
            <a:extLst>
              <a:ext uri="{FF2B5EF4-FFF2-40B4-BE49-F238E27FC236}">
                <a16:creationId xmlns:a16="http://schemas.microsoft.com/office/drawing/2014/main" id="{D599C4CC-D009-42EA-81E7-A863FE90FB4F}"/>
              </a:ext>
            </a:extLst>
          </p:cNvPr>
          <p:cNvSpPr>
            <a:spLocks noGrp="1"/>
          </p:cNvSpPr>
          <p:nvPr>
            <p:ph type="sldNum" sz="quarter" idx="12"/>
          </p:nvPr>
        </p:nvSpPr>
        <p:spPr/>
        <p:txBody>
          <a:bodyPr/>
          <a:lstStyle/>
          <a:p>
            <a:fld id="{8BBF3FFD-AC03-094B-B961-9EAA7FA243E8}" type="slidenum">
              <a:rPr lang="en-IL" smtClean="0">
                <a:solidFill>
                  <a:srgbClr val="FFC000"/>
                </a:solidFill>
              </a:rPr>
              <a:t>29</a:t>
            </a:fld>
            <a:endParaRPr lang="en-IL">
              <a:solidFill>
                <a:srgbClr val="FFC000"/>
              </a:solidFill>
            </a:endParaRPr>
          </a:p>
        </p:txBody>
      </p:sp>
    </p:spTree>
    <p:extLst>
      <p:ext uri="{BB962C8B-B14F-4D97-AF65-F5344CB8AC3E}">
        <p14:creationId xmlns:p14="http://schemas.microsoft.com/office/powerpoint/2010/main" val="4268291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C8609-864D-7DAC-E77F-9E1048D1A3A9}"/>
              </a:ext>
            </a:extLst>
          </p:cNvPr>
          <p:cNvSpPr>
            <a:spLocks noGrp="1"/>
          </p:cNvSpPr>
          <p:nvPr>
            <p:ph type="title"/>
          </p:nvPr>
        </p:nvSpPr>
        <p:spPr/>
        <p:txBody>
          <a:bodyPr/>
          <a:lstStyle/>
          <a:p>
            <a:endParaRPr lang="en-IL" dirty="0"/>
          </a:p>
        </p:txBody>
      </p:sp>
      <p:sp>
        <p:nvSpPr>
          <p:cNvPr id="3" name="Content Placeholder 2">
            <a:extLst>
              <a:ext uri="{FF2B5EF4-FFF2-40B4-BE49-F238E27FC236}">
                <a16:creationId xmlns:a16="http://schemas.microsoft.com/office/drawing/2014/main" id="{0107CADD-9289-A986-D1D0-16061215D04E}"/>
              </a:ext>
            </a:extLst>
          </p:cNvPr>
          <p:cNvSpPr>
            <a:spLocks noGrp="1"/>
          </p:cNvSpPr>
          <p:nvPr>
            <p:ph idx="1"/>
          </p:nvPr>
        </p:nvSpPr>
        <p:spPr/>
        <p:txBody>
          <a:bodyPr>
            <a:normAutofit/>
          </a:bodyPr>
          <a:lstStyle/>
          <a:p>
            <a:pPr marL="0" indent="0" algn="ctr">
              <a:buNone/>
            </a:pPr>
            <a:r>
              <a:rPr lang="he-IL" sz="3600" dirty="0">
                <a:solidFill>
                  <a:schemeClr val="bg1"/>
                </a:solidFill>
              </a:rPr>
              <a:t>תודה רבה על זמנכם!</a:t>
            </a:r>
            <a:endParaRPr lang="en-IL" sz="3600" dirty="0">
              <a:solidFill>
                <a:schemeClr val="bg1"/>
              </a:solidFill>
            </a:endParaRPr>
          </a:p>
        </p:txBody>
      </p:sp>
      <p:pic>
        <p:nvPicPr>
          <p:cNvPr id="9" name="Picture 8">
            <a:extLst>
              <a:ext uri="{FF2B5EF4-FFF2-40B4-BE49-F238E27FC236}">
                <a16:creationId xmlns:a16="http://schemas.microsoft.com/office/drawing/2014/main" id="{CA34F077-BBC0-E5A0-880B-6CF7F0627DC9}"/>
              </a:ext>
            </a:extLst>
          </p:cNvPr>
          <p:cNvPicPr>
            <a:picLocks noChangeAspect="1"/>
          </p:cNvPicPr>
          <p:nvPr/>
        </p:nvPicPr>
        <p:blipFill>
          <a:blip r:embed="rId2"/>
          <a:stretch>
            <a:fillRect/>
          </a:stretch>
        </p:blipFill>
        <p:spPr>
          <a:xfrm>
            <a:off x="4336440" y="2737492"/>
            <a:ext cx="3519120" cy="3570270"/>
          </a:xfrm>
          <a:prstGeom prst="rect">
            <a:avLst/>
          </a:prstGeom>
        </p:spPr>
      </p:pic>
      <p:sp>
        <p:nvSpPr>
          <p:cNvPr id="10" name="Slide Number Placeholder 9">
            <a:extLst>
              <a:ext uri="{FF2B5EF4-FFF2-40B4-BE49-F238E27FC236}">
                <a16:creationId xmlns:a16="http://schemas.microsoft.com/office/drawing/2014/main" id="{C44ECDB4-0790-12FE-3315-5BE124B402C9}"/>
              </a:ext>
            </a:extLst>
          </p:cNvPr>
          <p:cNvSpPr>
            <a:spLocks noGrp="1"/>
          </p:cNvSpPr>
          <p:nvPr>
            <p:ph type="sldNum" sz="quarter" idx="12"/>
          </p:nvPr>
        </p:nvSpPr>
        <p:spPr/>
        <p:txBody>
          <a:bodyPr/>
          <a:lstStyle/>
          <a:p>
            <a:fld id="{8BBF3FFD-AC03-094B-B961-9EAA7FA243E8}" type="slidenum">
              <a:rPr lang="en-IL" smtClean="0">
                <a:solidFill>
                  <a:srgbClr val="FFC000"/>
                </a:solidFill>
              </a:rPr>
              <a:t>30</a:t>
            </a:fld>
            <a:endParaRPr lang="en-IL">
              <a:solidFill>
                <a:srgbClr val="FFC000"/>
              </a:solidFill>
            </a:endParaRPr>
          </a:p>
        </p:txBody>
      </p:sp>
    </p:spTree>
    <p:extLst>
      <p:ext uri="{BB962C8B-B14F-4D97-AF65-F5344CB8AC3E}">
        <p14:creationId xmlns:p14="http://schemas.microsoft.com/office/powerpoint/2010/main" val="3767440937"/>
      </p:ext>
    </p:extLst>
  </p:cSld>
  <p:clrMapOvr>
    <a:masterClrMapping/>
  </p:clrMapOvr>
</p:sld>
</file>

<file path=ppt/theme/theme1.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1369</TotalTime>
  <Words>1377</Words>
  <Application>Microsoft Macintosh PowerPoint</Application>
  <PresentationFormat>Widescreen</PresentationFormat>
  <Paragraphs>230</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Calibri Light</vt:lpstr>
      <vt:lpstr>Cambria Math</vt:lpstr>
      <vt:lpstr>Wingdings</vt:lpstr>
      <vt:lpstr>Office Theme 2013 - 2022</vt:lpstr>
      <vt:lpstr>פרויקט גמר SQL</vt:lpstr>
      <vt:lpstr> תיאור המערכת:</vt:lpstr>
      <vt:lpstr>יעדי ודרישות הפרויקט:</vt:lpstr>
      <vt:lpstr>משתמשי המערכת:</vt:lpstr>
      <vt:lpstr>Aשמירת נתונים במערכת</vt:lpstr>
      <vt:lpstr>Aשמירת נתונים במערכת</vt:lpstr>
      <vt:lpstr>Aשמירת נתונים במערכת</vt:lpstr>
      <vt:lpstr>ERD תרשים</vt:lpstr>
      <vt:lpstr>EER תרשים </vt:lpstr>
      <vt:lpstr>תיאור טבלאות</vt:lpstr>
      <vt:lpstr>DDL פקודות</vt:lpstr>
      <vt:lpstr>PowerPoint Presentation</vt:lpstr>
      <vt:lpstr>פקודות DDL</vt:lpstr>
      <vt:lpstr>PowerPoint Presentation</vt:lpstr>
      <vt:lpstr>פקודות DML</vt:lpstr>
      <vt:lpstr>פקודות DML</vt:lpstr>
      <vt:lpstr>פקודות DML</vt:lpstr>
      <vt:lpstr>A שאילתות</vt:lpstr>
      <vt:lpstr>A שאילתות</vt:lpstr>
      <vt:lpstr>A שאילתות</vt:lpstr>
      <vt:lpstr>A שאילתות</vt:lpstr>
      <vt:lpstr>A שאילתות</vt:lpstr>
      <vt:lpstr>A שאילתות</vt:lpstr>
      <vt:lpstr>A שאילתות</vt:lpstr>
      <vt:lpstr>A שאילתות</vt:lpstr>
      <vt:lpstr>A שאילתות</vt:lpstr>
      <vt:lpstr>A שאילתות</vt:lpstr>
      <vt:lpstr>A שאילתות</vt:lpstr>
      <vt:lpstr>A שאילתות</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פרויקט גמר SQL</dc:title>
  <dc:creator>Sergei Goldovsky</dc:creator>
  <cp:lastModifiedBy>Sergei Goldovsky</cp:lastModifiedBy>
  <cp:revision>9</cp:revision>
  <dcterms:created xsi:type="dcterms:W3CDTF">2023-01-07T15:17:26Z</dcterms:created>
  <dcterms:modified xsi:type="dcterms:W3CDTF">2023-01-08T14:32:25Z</dcterms:modified>
</cp:coreProperties>
</file>